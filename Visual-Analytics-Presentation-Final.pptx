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4" r:id="rId3"/>
    <p:sldMasterId id="2147483685" r:id="rId4"/>
    <p:sldMasterId id="2147483686"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y="5143500" cx="9144000"/>
  <p:notesSz cx="6858000" cy="9144000"/>
  <p:embeddedFontLst>
    <p:embeddedFont>
      <p:font typeface="Catamaran"/>
      <p:regular r:id="rId25"/>
      <p:bold r:id="rId26"/>
    </p:embeddedFont>
    <p:embeddedFont>
      <p:font typeface="Raleway"/>
      <p:regular r:id="rId27"/>
      <p:bold r:id="rId28"/>
      <p:italic r:id="rId29"/>
      <p:boldItalic r:id="rId30"/>
    </p:embeddedFont>
    <p:embeddedFont>
      <p:font typeface="Roboto"/>
      <p:regular r:id="rId31"/>
      <p:bold r:id="rId32"/>
      <p:italic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3.xml"/><Relationship Id="rId26" Type="http://schemas.openxmlformats.org/officeDocument/2006/relationships/font" Target="fonts/Catamaran-bold.fntdata"/><Relationship Id="rId25" Type="http://schemas.openxmlformats.org/officeDocument/2006/relationships/font" Target="fonts/Catamaran-regular.fntdata"/><Relationship Id="rId28" Type="http://schemas.openxmlformats.org/officeDocument/2006/relationships/font" Target="fonts/Raleway-bold.fntdata"/><Relationship Id="rId27" Type="http://schemas.openxmlformats.org/officeDocument/2006/relationships/font" Target="fonts/Raleway-regular.fntdata"/><Relationship Id="rId5" Type="http://schemas.openxmlformats.org/officeDocument/2006/relationships/slideMaster" Target="slideMasters/slideMaster3.xml"/><Relationship Id="rId6" Type="http://schemas.openxmlformats.org/officeDocument/2006/relationships/notesMaster" Target="notesMasters/notesMaster1.xml"/><Relationship Id="rId29" Type="http://schemas.openxmlformats.org/officeDocument/2006/relationships/font" Target="fonts/Raleway-italic.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Roboto-regular.fntdata"/><Relationship Id="rId30" Type="http://schemas.openxmlformats.org/officeDocument/2006/relationships/font" Target="fonts/Raleway-boldItalic.fntdata"/><Relationship Id="rId11" Type="http://schemas.openxmlformats.org/officeDocument/2006/relationships/slide" Target="slides/slide5.xml"/><Relationship Id="rId33" Type="http://schemas.openxmlformats.org/officeDocument/2006/relationships/font" Target="fonts/Roboto-italic.fntdata"/><Relationship Id="rId10" Type="http://schemas.openxmlformats.org/officeDocument/2006/relationships/slide" Target="slides/slide4.xml"/><Relationship Id="rId32" Type="http://schemas.openxmlformats.org/officeDocument/2006/relationships/font" Target="fonts/Roboto-bold.fntdata"/><Relationship Id="rId13" Type="http://schemas.openxmlformats.org/officeDocument/2006/relationships/slide" Target="slides/slide7.xml"/><Relationship Id="rId12" Type="http://schemas.openxmlformats.org/officeDocument/2006/relationships/slide" Target="slides/slide6.xml"/><Relationship Id="rId34" Type="http://schemas.openxmlformats.org/officeDocument/2006/relationships/font" Target="fonts/Roboto-boldItalic.fnt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70acdc6fef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g370acdc6fef_0_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70acdc6fef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g370acdc6fef_0_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370acdc6fef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g370acdc6fef_0_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370acdc6fef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g370acdc6fef_0_3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370acdc6fef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g370acdc6fef_0_3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13" name="Shape 13"/>
        <p:cNvGrpSpPr/>
        <p:nvPr/>
      </p:nvGrpSpPr>
      <p:grpSpPr>
        <a:xfrm>
          <a:off x="0" y="0"/>
          <a:ext cx="0" cy="0"/>
          <a:chOff x="0" y="0"/>
          <a:chExt cx="0" cy="0"/>
        </a:xfrm>
      </p:grpSpPr>
      <p:sp>
        <p:nvSpPr>
          <p:cNvPr id="14" name="Google Shape;14;p2"/>
          <p:cNvSpPr txBox="1"/>
          <p:nvPr>
            <p:ph type="title"/>
          </p:nvPr>
        </p:nvSpPr>
        <p:spPr>
          <a:xfrm>
            <a:off x="729360" y="1322280"/>
            <a:ext cx="7687800" cy="16642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
          <p:cNvSpPr txBox="1"/>
          <p:nvPr>
            <p:ph idx="1" type="subTitle"/>
          </p:nvPr>
        </p:nvSpPr>
        <p:spPr>
          <a:xfrm>
            <a:off x="457200" y="1203480"/>
            <a:ext cx="8229240" cy="298296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6" name="Shape 16"/>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17" name="Shape 17"/>
        <p:cNvGrpSpPr/>
        <p:nvPr/>
      </p:nvGrpSpPr>
      <p:grpSpPr>
        <a:xfrm>
          <a:off x="0" y="0"/>
          <a:ext cx="0" cy="0"/>
          <a:chOff x="0" y="0"/>
          <a:chExt cx="0" cy="0"/>
        </a:xfrm>
      </p:grpSpPr>
      <p:sp>
        <p:nvSpPr>
          <p:cNvPr id="18" name="Google Shape;18;p4"/>
          <p:cNvSpPr txBox="1"/>
          <p:nvPr>
            <p:ph type="title"/>
          </p:nvPr>
        </p:nvSpPr>
        <p:spPr>
          <a:xfrm>
            <a:off x="729360" y="1322280"/>
            <a:ext cx="7687800" cy="16642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4"/>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20" name="Shape 20"/>
        <p:cNvGrpSpPr/>
        <p:nvPr/>
      </p:nvGrpSpPr>
      <p:grpSpPr>
        <a:xfrm>
          <a:off x="0" y="0"/>
          <a:ext cx="0" cy="0"/>
          <a:chOff x="0" y="0"/>
          <a:chExt cx="0" cy="0"/>
        </a:xfrm>
      </p:grpSpPr>
      <p:sp>
        <p:nvSpPr>
          <p:cNvPr id="21" name="Google Shape;21;p5"/>
          <p:cNvSpPr txBox="1"/>
          <p:nvPr>
            <p:ph type="title"/>
          </p:nvPr>
        </p:nvSpPr>
        <p:spPr>
          <a:xfrm>
            <a:off x="729360" y="1322280"/>
            <a:ext cx="7687800" cy="16642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5"/>
          <p:cNvSpPr txBox="1"/>
          <p:nvPr>
            <p:ph idx="1" type="body"/>
          </p:nvPr>
        </p:nvSpPr>
        <p:spPr>
          <a:xfrm>
            <a:off x="45720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3" name="Google Shape;23;p5"/>
          <p:cNvSpPr txBox="1"/>
          <p:nvPr>
            <p:ph idx="2" type="body"/>
          </p:nvPr>
        </p:nvSpPr>
        <p:spPr>
          <a:xfrm>
            <a:off x="467424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4" name="Shape 24"/>
        <p:cNvGrpSpPr/>
        <p:nvPr/>
      </p:nvGrpSpPr>
      <p:grpSpPr>
        <a:xfrm>
          <a:off x="0" y="0"/>
          <a:ext cx="0" cy="0"/>
          <a:chOff x="0" y="0"/>
          <a:chExt cx="0" cy="0"/>
        </a:xfrm>
      </p:grpSpPr>
      <p:sp>
        <p:nvSpPr>
          <p:cNvPr id="25" name="Google Shape;25;p6"/>
          <p:cNvSpPr txBox="1"/>
          <p:nvPr>
            <p:ph type="title"/>
          </p:nvPr>
        </p:nvSpPr>
        <p:spPr>
          <a:xfrm>
            <a:off x="729360" y="1322280"/>
            <a:ext cx="7687800" cy="16642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26" name="Shape 26"/>
        <p:cNvGrpSpPr/>
        <p:nvPr/>
      </p:nvGrpSpPr>
      <p:grpSpPr>
        <a:xfrm>
          <a:off x="0" y="0"/>
          <a:ext cx="0" cy="0"/>
          <a:chOff x="0" y="0"/>
          <a:chExt cx="0" cy="0"/>
        </a:xfrm>
      </p:grpSpPr>
      <p:sp>
        <p:nvSpPr>
          <p:cNvPr id="27" name="Google Shape;27;p7"/>
          <p:cNvSpPr txBox="1"/>
          <p:nvPr>
            <p:ph idx="1" type="subTitle"/>
          </p:nvPr>
        </p:nvSpPr>
        <p:spPr>
          <a:xfrm>
            <a:off x="729360" y="1322280"/>
            <a:ext cx="7687800" cy="771588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28" name="Shape 28"/>
        <p:cNvGrpSpPr/>
        <p:nvPr/>
      </p:nvGrpSpPr>
      <p:grpSpPr>
        <a:xfrm>
          <a:off x="0" y="0"/>
          <a:ext cx="0" cy="0"/>
          <a:chOff x="0" y="0"/>
          <a:chExt cx="0" cy="0"/>
        </a:xfrm>
      </p:grpSpPr>
      <p:sp>
        <p:nvSpPr>
          <p:cNvPr id="29" name="Google Shape;29;p8"/>
          <p:cNvSpPr txBox="1"/>
          <p:nvPr>
            <p:ph type="title"/>
          </p:nvPr>
        </p:nvSpPr>
        <p:spPr>
          <a:xfrm>
            <a:off x="729360" y="1322280"/>
            <a:ext cx="7687800" cy="16642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8"/>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1" name="Google Shape;31;p8"/>
          <p:cNvSpPr txBox="1"/>
          <p:nvPr>
            <p:ph idx="2" type="body"/>
          </p:nvPr>
        </p:nvSpPr>
        <p:spPr>
          <a:xfrm>
            <a:off x="467424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2" name="Google Shape;32;p8"/>
          <p:cNvSpPr txBox="1"/>
          <p:nvPr>
            <p:ph idx="3" type="body"/>
          </p:nvPr>
        </p:nvSpPr>
        <p:spPr>
          <a:xfrm>
            <a:off x="45720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33" name="Shape 33"/>
        <p:cNvGrpSpPr/>
        <p:nvPr/>
      </p:nvGrpSpPr>
      <p:grpSpPr>
        <a:xfrm>
          <a:off x="0" y="0"/>
          <a:ext cx="0" cy="0"/>
          <a:chOff x="0" y="0"/>
          <a:chExt cx="0" cy="0"/>
        </a:xfrm>
      </p:grpSpPr>
      <p:sp>
        <p:nvSpPr>
          <p:cNvPr id="34" name="Google Shape;34;p9"/>
          <p:cNvSpPr txBox="1"/>
          <p:nvPr>
            <p:ph type="title"/>
          </p:nvPr>
        </p:nvSpPr>
        <p:spPr>
          <a:xfrm>
            <a:off x="729360" y="1322280"/>
            <a:ext cx="7687800" cy="16642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9"/>
          <p:cNvSpPr txBox="1"/>
          <p:nvPr>
            <p:ph idx="1" type="body"/>
          </p:nvPr>
        </p:nvSpPr>
        <p:spPr>
          <a:xfrm>
            <a:off x="45720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6" name="Google Shape;36;p9"/>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7" name="Google Shape;37;p9"/>
          <p:cNvSpPr txBox="1"/>
          <p:nvPr>
            <p:ph idx="3" type="body"/>
          </p:nvPr>
        </p:nvSpPr>
        <p:spPr>
          <a:xfrm>
            <a:off x="467424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38" name="Shape 38"/>
        <p:cNvGrpSpPr/>
        <p:nvPr/>
      </p:nvGrpSpPr>
      <p:grpSpPr>
        <a:xfrm>
          <a:off x="0" y="0"/>
          <a:ext cx="0" cy="0"/>
          <a:chOff x="0" y="0"/>
          <a:chExt cx="0" cy="0"/>
        </a:xfrm>
      </p:grpSpPr>
      <p:sp>
        <p:nvSpPr>
          <p:cNvPr id="39" name="Google Shape;39;p10"/>
          <p:cNvSpPr txBox="1"/>
          <p:nvPr>
            <p:ph type="title"/>
          </p:nvPr>
        </p:nvSpPr>
        <p:spPr>
          <a:xfrm>
            <a:off x="729360" y="1322280"/>
            <a:ext cx="7687800" cy="16642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10"/>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1" name="Google Shape;41;p10"/>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2" name="Google Shape;42;p10"/>
          <p:cNvSpPr txBox="1"/>
          <p:nvPr>
            <p:ph idx="3" type="body"/>
          </p:nvPr>
        </p:nvSpPr>
        <p:spPr>
          <a:xfrm>
            <a:off x="457200" y="276192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43" name="Shape 43"/>
        <p:cNvGrpSpPr/>
        <p:nvPr/>
      </p:nvGrpSpPr>
      <p:grpSpPr>
        <a:xfrm>
          <a:off x="0" y="0"/>
          <a:ext cx="0" cy="0"/>
          <a:chOff x="0" y="0"/>
          <a:chExt cx="0" cy="0"/>
        </a:xfrm>
      </p:grpSpPr>
      <p:sp>
        <p:nvSpPr>
          <p:cNvPr id="44" name="Google Shape;44;p11"/>
          <p:cNvSpPr txBox="1"/>
          <p:nvPr>
            <p:ph type="title"/>
          </p:nvPr>
        </p:nvSpPr>
        <p:spPr>
          <a:xfrm>
            <a:off x="729360" y="1322280"/>
            <a:ext cx="7687800" cy="16642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11"/>
          <p:cNvSpPr txBox="1"/>
          <p:nvPr>
            <p:ph idx="1" type="body"/>
          </p:nvPr>
        </p:nvSpPr>
        <p:spPr>
          <a:xfrm>
            <a:off x="457200" y="120348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6" name="Google Shape;46;p11"/>
          <p:cNvSpPr txBox="1"/>
          <p:nvPr>
            <p:ph idx="2" type="body"/>
          </p:nvPr>
        </p:nvSpPr>
        <p:spPr>
          <a:xfrm>
            <a:off x="457200" y="276192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47" name="Shape 47"/>
        <p:cNvGrpSpPr/>
        <p:nvPr/>
      </p:nvGrpSpPr>
      <p:grpSpPr>
        <a:xfrm>
          <a:off x="0" y="0"/>
          <a:ext cx="0" cy="0"/>
          <a:chOff x="0" y="0"/>
          <a:chExt cx="0" cy="0"/>
        </a:xfrm>
      </p:grpSpPr>
      <p:sp>
        <p:nvSpPr>
          <p:cNvPr id="48" name="Google Shape;48;p12"/>
          <p:cNvSpPr txBox="1"/>
          <p:nvPr>
            <p:ph type="title"/>
          </p:nvPr>
        </p:nvSpPr>
        <p:spPr>
          <a:xfrm>
            <a:off x="729360" y="1322280"/>
            <a:ext cx="7687800" cy="16642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12"/>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0" name="Google Shape;50;p12"/>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1" name="Google Shape;51;p12"/>
          <p:cNvSpPr txBox="1"/>
          <p:nvPr>
            <p:ph idx="3" type="body"/>
          </p:nvPr>
        </p:nvSpPr>
        <p:spPr>
          <a:xfrm>
            <a:off x="45720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2" name="Google Shape;52;p12"/>
          <p:cNvSpPr txBox="1"/>
          <p:nvPr>
            <p:ph idx="4" type="body"/>
          </p:nvPr>
        </p:nvSpPr>
        <p:spPr>
          <a:xfrm>
            <a:off x="467424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53" name="Shape 53"/>
        <p:cNvGrpSpPr/>
        <p:nvPr/>
      </p:nvGrpSpPr>
      <p:grpSpPr>
        <a:xfrm>
          <a:off x="0" y="0"/>
          <a:ext cx="0" cy="0"/>
          <a:chOff x="0" y="0"/>
          <a:chExt cx="0" cy="0"/>
        </a:xfrm>
      </p:grpSpPr>
      <p:sp>
        <p:nvSpPr>
          <p:cNvPr id="54" name="Google Shape;54;p13"/>
          <p:cNvSpPr txBox="1"/>
          <p:nvPr>
            <p:ph type="title"/>
          </p:nvPr>
        </p:nvSpPr>
        <p:spPr>
          <a:xfrm>
            <a:off x="729360" y="1322280"/>
            <a:ext cx="7687800" cy="16642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13"/>
          <p:cNvSpPr txBox="1"/>
          <p:nvPr>
            <p:ph idx="1" type="body"/>
          </p:nvPr>
        </p:nvSpPr>
        <p:spPr>
          <a:xfrm>
            <a:off x="45720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6" name="Google Shape;56;p13"/>
          <p:cNvSpPr txBox="1"/>
          <p:nvPr>
            <p:ph idx="2" type="body"/>
          </p:nvPr>
        </p:nvSpPr>
        <p:spPr>
          <a:xfrm>
            <a:off x="323964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7" name="Google Shape;57;p13"/>
          <p:cNvSpPr txBox="1"/>
          <p:nvPr>
            <p:ph idx="3" type="body"/>
          </p:nvPr>
        </p:nvSpPr>
        <p:spPr>
          <a:xfrm>
            <a:off x="602208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8" name="Google Shape;58;p13"/>
          <p:cNvSpPr txBox="1"/>
          <p:nvPr>
            <p:ph idx="4" type="body"/>
          </p:nvPr>
        </p:nvSpPr>
        <p:spPr>
          <a:xfrm>
            <a:off x="45720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9" name="Google Shape;59;p13"/>
          <p:cNvSpPr txBox="1"/>
          <p:nvPr>
            <p:ph idx="5" type="body"/>
          </p:nvPr>
        </p:nvSpPr>
        <p:spPr>
          <a:xfrm>
            <a:off x="323964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60" name="Google Shape;60;p13"/>
          <p:cNvSpPr txBox="1"/>
          <p:nvPr>
            <p:ph idx="6" type="body"/>
          </p:nvPr>
        </p:nvSpPr>
        <p:spPr>
          <a:xfrm>
            <a:off x="602208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81" name="Shape 81"/>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82" name="Shape 82"/>
        <p:cNvGrpSpPr/>
        <p:nvPr/>
      </p:nvGrpSpPr>
      <p:grpSpPr>
        <a:xfrm>
          <a:off x="0" y="0"/>
          <a:ext cx="0" cy="0"/>
          <a:chOff x="0" y="0"/>
          <a:chExt cx="0" cy="0"/>
        </a:xfrm>
      </p:grpSpPr>
      <p:sp>
        <p:nvSpPr>
          <p:cNvPr id="83" name="Google Shape;83;p16"/>
          <p:cNvSpPr txBox="1"/>
          <p:nvPr>
            <p:ph type="title"/>
          </p:nvPr>
        </p:nvSpPr>
        <p:spPr>
          <a:xfrm>
            <a:off x="729360" y="1322280"/>
            <a:ext cx="7687800" cy="16642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16"/>
          <p:cNvSpPr txBox="1"/>
          <p:nvPr>
            <p:ph idx="1" type="subTitle"/>
          </p:nvPr>
        </p:nvSpPr>
        <p:spPr>
          <a:xfrm>
            <a:off x="457200" y="1203480"/>
            <a:ext cx="8229240" cy="298296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85" name="Shape 85"/>
        <p:cNvGrpSpPr/>
        <p:nvPr/>
      </p:nvGrpSpPr>
      <p:grpSpPr>
        <a:xfrm>
          <a:off x="0" y="0"/>
          <a:ext cx="0" cy="0"/>
          <a:chOff x="0" y="0"/>
          <a:chExt cx="0" cy="0"/>
        </a:xfrm>
      </p:grpSpPr>
      <p:sp>
        <p:nvSpPr>
          <p:cNvPr id="86" name="Google Shape;86;p17"/>
          <p:cNvSpPr txBox="1"/>
          <p:nvPr>
            <p:ph type="title"/>
          </p:nvPr>
        </p:nvSpPr>
        <p:spPr>
          <a:xfrm>
            <a:off x="729360" y="1322280"/>
            <a:ext cx="7687800" cy="16642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17"/>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88" name="Shape 88"/>
        <p:cNvGrpSpPr/>
        <p:nvPr/>
      </p:nvGrpSpPr>
      <p:grpSpPr>
        <a:xfrm>
          <a:off x="0" y="0"/>
          <a:ext cx="0" cy="0"/>
          <a:chOff x="0" y="0"/>
          <a:chExt cx="0" cy="0"/>
        </a:xfrm>
      </p:grpSpPr>
      <p:sp>
        <p:nvSpPr>
          <p:cNvPr id="89" name="Google Shape;89;p18"/>
          <p:cNvSpPr txBox="1"/>
          <p:nvPr>
            <p:ph type="title"/>
          </p:nvPr>
        </p:nvSpPr>
        <p:spPr>
          <a:xfrm>
            <a:off x="729360" y="1322280"/>
            <a:ext cx="7687800" cy="16642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18"/>
          <p:cNvSpPr txBox="1"/>
          <p:nvPr>
            <p:ph idx="1" type="body"/>
          </p:nvPr>
        </p:nvSpPr>
        <p:spPr>
          <a:xfrm>
            <a:off x="45720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91" name="Google Shape;91;p18"/>
          <p:cNvSpPr txBox="1"/>
          <p:nvPr>
            <p:ph idx="2" type="body"/>
          </p:nvPr>
        </p:nvSpPr>
        <p:spPr>
          <a:xfrm>
            <a:off x="467424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2" name="Shape 92"/>
        <p:cNvGrpSpPr/>
        <p:nvPr/>
      </p:nvGrpSpPr>
      <p:grpSpPr>
        <a:xfrm>
          <a:off x="0" y="0"/>
          <a:ext cx="0" cy="0"/>
          <a:chOff x="0" y="0"/>
          <a:chExt cx="0" cy="0"/>
        </a:xfrm>
      </p:grpSpPr>
      <p:sp>
        <p:nvSpPr>
          <p:cNvPr id="93" name="Google Shape;93;p19"/>
          <p:cNvSpPr txBox="1"/>
          <p:nvPr>
            <p:ph type="title"/>
          </p:nvPr>
        </p:nvSpPr>
        <p:spPr>
          <a:xfrm>
            <a:off x="729360" y="1322280"/>
            <a:ext cx="7687800" cy="16642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94" name="Shape 94"/>
        <p:cNvGrpSpPr/>
        <p:nvPr/>
      </p:nvGrpSpPr>
      <p:grpSpPr>
        <a:xfrm>
          <a:off x="0" y="0"/>
          <a:ext cx="0" cy="0"/>
          <a:chOff x="0" y="0"/>
          <a:chExt cx="0" cy="0"/>
        </a:xfrm>
      </p:grpSpPr>
      <p:sp>
        <p:nvSpPr>
          <p:cNvPr id="95" name="Google Shape;95;p20"/>
          <p:cNvSpPr txBox="1"/>
          <p:nvPr>
            <p:ph idx="1" type="subTitle"/>
          </p:nvPr>
        </p:nvSpPr>
        <p:spPr>
          <a:xfrm>
            <a:off x="729360" y="1322280"/>
            <a:ext cx="7687800" cy="771588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96" name="Shape 96"/>
        <p:cNvGrpSpPr/>
        <p:nvPr/>
      </p:nvGrpSpPr>
      <p:grpSpPr>
        <a:xfrm>
          <a:off x="0" y="0"/>
          <a:ext cx="0" cy="0"/>
          <a:chOff x="0" y="0"/>
          <a:chExt cx="0" cy="0"/>
        </a:xfrm>
      </p:grpSpPr>
      <p:sp>
        <p:nvSpPr>
          <p:cNvPr id="97" name="Google Shape;97;p21"/>
          <p:cNvSpPr txBox="1"/>
          <p:nvPr>
            <p:ph type="title"/>
          </p:nvPr>
        </p:nvSpPr>
        <p:spPr>
          <a:xfrm>
            <a:off x="729360" y="1322280"/>
            <a:ext cx="7687800" cy="16642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21"/>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99" name="Google Shape;99;p21"/>
          <p:cNvSpPr txBox="1"/>
          <p:nvPr>
            <p:ph idx="2" type="body"/>
          </p:nvPr>
        </p:nvSpPr>
        <p:spPr>
          <a:xfrm>
            <a:off x="467424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00" name="Google Shape;100;p21"/>
          <p:cNvSpPr txBox="1"/>
          <p:nvPr>
            <p:ph idx="3" type="body"/>
          </p:nvPr>
        </p:nvSpPr>
        <p:spPr>
          <a:xfrm>
            <a:off x="45720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101" name="Shape 101"/>
        <p:cNvGrpSpPr/>
        <p:nvPr/>
      </p:nvGrpSpPr>
      <p:grpSpPr>
        <a:xfrm>
          <a:off x="0" y="0"/>
          <a:ext cx="0" cy="0"/>
          <a:chOff x="0" y="0"/>
          <a:chExt cx="0" cy="0"/>
        </a:xfrm>
      </p:grpSpPr>
      <p:sp>
        <p:nvSpPr>
          <p:cNvPr id="102" name="Google Shape;102;p22"/>
          <p:cNvSpPr txBox="1"/>
          <p:nvPr>
            <p:ph type="title"/>
          </p:nvPr>
        </p:nvSpPr>
        <p:spPr>
          <a:xfrm>
            <a:off x="729360" y="1322280"/>
            <a:ext cx="7687800" cy="16642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3" name="Google Shape;103;p22"/>
          <p:cNvSpPr txBox="1"/>
          <p:nvPr>
            <p:ph idx="1" type="body"/>
          </p:nvPr>
        </p:nvSpPr>
        <p:spPr>
          <a:xfrm>
            <a:off x="45720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04" name="Google Shape;104;p22"/>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05" name="Google Shape;105;p22"/>
          <p:cNvSpPr txBox="1"/>
          <p:nvPr>
            <p:ph idx="3" type="body"/>
          </p:nvPr>
        </p:nvSpPr>
        <p:spPr>
          <a:xfrm>
            <a:off x="467424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106" name="Shape 106"/>
        <p:cNvGrpSpPr/>
        <p:nvPr/>
      </p:nvGrpSpPr>
      <p:grpSpPr>
        <a:xfrm>
          <a:off x="0" y="0"/>
          <a:ext cx="0" cy="0"/>
          <a:chOff x="0" y="0"/>
          <a:chExt cx="0" cy="0"/>
        </a:xfrm>
      </p:grpSpPr>
      <p:sp>
        <p:nvSpPr>
          <p:cNvPr id="107" name="Google Shape;107;p23"/>
          <p:cNvSpPr txBox="1"/>
          <p:nvPr>
            <p:ph type="title"/>
          </p:nvPr>
        </p:nvSpPr>
        <p:spPr>
          <a:xfrm>
            <a:off x="729360" y="1322280"/>
            <a:ext cx="7687800" cy="16642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23"/>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09" name="Google Shape;109;p23"/>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10" name="Google Shape;110;p23"/>
          <p:cNvSpPr txBox="1"/>
          <p:nvPr>
            <p:ph idx="3" type="body"/>
          </p:nvPr>
        </p:nvSpPr>
        <p:spPr>
          <a:xfrm>
            <a:off x="457200" y="276192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111" name="Shape 111"/>
        <p:cNvGrpSpPr/>
        <p:nvPr/>
      </p:nvGrpSpPr>
      <p:grpSpPr>
        <a:xfrm>
          <a:off x="0" y="0"/>
          <a:ext cx="0" cy="0"/>
          <a:chOff x="0" y="0"/>
          <a:chExt cx="0" cy="0"/>
        </a:xfrm>
      </p:grpSpPr>
      <p:sp>
        <p:nvSpPr>
          <p:cNvPr id="112" name="Google Shape;112;p24"/>
          <p:cNvSpPr txBox="1"/>
          <p:nvPr>
            <p:ph type="title"/>
          </p:nvPr>
        </p:nvSpPr>
        <p:spPr>
          <a:xfrm>
            <a:off x="729360" y="1322280"/>
            <a:ext cx="7687800" cy="16642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3" name="Google Shape;113;p24"/>
          <p:cNvSpPr txBox="1"/>
          <p:nvPr>
            <p:ph idx="1" type="body"/>
          </p:nvPr>
        </p:nvSpPr>
        <p:spPr>
          <a:xfrm>
            <a:off x="457200" y="120348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14" name="Google Shape;114;p24"/>
          <p:cNvSpPr txBox="1"/>
          <p:nvPr>
            <p:ph idx="2" type="body"/>
          </p:nvPr>
        </p:nvSpPr>
        <p:spPr>
          <a:xfrm>
            <a:off x="457200" y="276192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115" name="Shape 115"/>
        <p:cNvGrpSpPr/>
        <p:nvPr/>
      </p:nvGrpSpPr>
      <p:grpSpPr>
        <a:xfrm>
          <a:off x="0" y="0"/>
          <a:ext cx="0" cy="0"/>
          <a:chOff x="0" y="0"/>
          <a:chExt cx="0" cy="0"/>
        </a:xfrm>
      </p:grpSpPr>
      <p:sp>
        <p:nvSpPr>
          <p:cNvPr id="116" name="Google Shape;116;p25"/>
          <p:cNvSpPr txBox="1"/>
          <p:nvPr>
            <p:ph type="title"/>
          </p:nvPr>
        </p:nvSpPr>
        <p:spPr>
          <a:xfrm>
            <a:off x="729360" y="1322280"/>
            <a:ext cx="7687800" cy="16642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25"/>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18" name="Google Shape;118;p25"/>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19" name="Google Shape;119;p25"/>
          <p:cNvSpPr txBox="1"/>
          <p:nvPr>
            <p:ph idx="3" type="body"/>
          </p:nvPr>
        </p:nvSpPr>
        <p:spPr>
          <a:xfrm>
            <a:off x="45720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20" name="Google Shape;120;p25"/>
          <p:cNvSpPr txBox="1"/>
          <p:nvPr>
            <p:ph idx="4" type="body"/>
          </p:nvPr>
        </p:nvSpPr>
        <p:spPr>
          <a:xfrm>
            <a:off x="467424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121" name="Shape 121"/>
        <p:cNvGrpSpPr/>
        <p:nvPr/>
      </p:nvGrpSpPr>
      <p:grpSpPr>
        <a:xfrm>
          <a:off x="0" y="0"/>
          <a:ext cx="0" cy="0"/>
          <a:chOff x="0" y="0"/>
          <a:chExt cx="0" cy="0"/>
        </a:xfrm>
      </p:grpSpPr>
      <p:sp>
        <p:nvSpPr>
          <p:cNvPr id="122" name="Google Shape;122;p26"/>
          <p:cNvSpPr txBox="1"/>
          <p:nvPr>
            <p:ph type="title"/>
          </p:nvPr>
        </p:nvSpPr>
        <p:spPr>
          <a:xfrm>
            <a:off x="729360" y="1322280"/>
            <a:ext cx="7687800" cy="16642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3" name="Google Shape;123;p26"/>
          <p:cNvSpPr txBox="1"/>
          <p:nvPr>
            <p:ph idx="1" type="body"/>
          </p:nvPr>
        </p:nvSpPr>
        <p:spPr>
          <a:xfrm>
            <a:off x="45720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24" name="Google Shape;124;p26"/>
          <p:cNvSpPr txBox="1"/>
          <p:nvPr>
            <p:ph idx="2" type="body"/>
          </p:nvPr>
        </p:nvSpPr>
        <p:spPr>
          <a:xfrm>
            <a:off x="323964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25" name="Google Shape;125;p26"/>
          <p:cNvSpPr txBox="1"/>
          <p:nvPr>
            <p:ph idx="3" type="body"/>
          </p:nvPr>
        </p:nvSpPr>
        <p:spPr>
          <a:xfrm>
            <a:off x="602208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26" name="Google Shape;126;p26"/>
          <p:cNvSpPr txBox="1"/>
          <p:nvPr>
            <p:ph idx="4" type="body"/>
          </p:nvPr>
        </p:nvSpPr>
        <p:spPr>
          <a:xfrm>
            <a:off x="45720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27" name="Google Shape;127;p26"/>
          <p:cNvSpPr txBox="1"/>
          <p:nvPr>
            <p:ph idx="5" type="body"/>
          </p:nvPr>
        </p:nvSpPr>
        <p:spPr>
          <a:xfrm>
            <a:off x="323964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28" name="Google Shape;128;p26"/>
          <p:cNvSpPr txBox="1"/>
          <p:nvPr>
            <p:ph idx="6" type="body"/>
          </p:nvPr>
        </p:nvSpPr>
        <p:spPr>
          <a:xfrm>
            <a:off x="602208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138" name="Shape 138"/>
        <p:cNvGrpSpPr/>
        <p:nvPr/>
      </p:nvGrpSpPr>
      <p:grpSpPr>
        <a:xfrm>
          <a:off x="0" y="0"/>
          <a:ext cx="0" cy="0"/>
          <a:chOff x="0" y="0"/>
          <a:chExt cx="0" cy="0"/>
        </a:xfrm>
      </p:grpSpPr>
      <p:sp>
        <p:nvSpPr>
          <p:cNvPr id="139" name="Google Shape;139;p28"/>
          <p:cNvSpPr txBox="1"/>
          <p:nvPr>
            <p:ph type="title"/>
          </p:nvPr>
        </p:nvSpPr>
        <p:spPr>
          <a:xfrm>
            <a:off x="729360" y="1322280"/>
            <a:ext cx="7687800" cy="16642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0" name="Google Shape;140;p28"/>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41" name="Shape 141"/>
        <p:cNvGrpSpPr/>
        <p:nvPr/>
      </p:nvGrpSpPr>
      <p:grpSpPr>
        <a:xfrm>
          <a:off x="0" y="0"/>
          <a:ext cx="0" cy="0"/>
          <a:chOff x="0" y="0"/>
          <a:chExt cx="0" cy="0"/>
        </a:xfrm>
      </p:grpSpPr>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142" name="Shape 142"/>
        <p:cNvGrpSpPr/>
        <p:nvPr/>
      </p:nvGrpSpPr>
      <p:grpSpPr>
        <a:xfrm>
          <a:off x="0" y="0"/>
          <a:ext cx="0" cy="0"/>
          <a:chOff x="0" y="0"/>
          <a:chExt cx="0" cy="0"/>
        </a:xfrm>
      </p:grpSpPr>
      <p:sp>
        <p:nvSpPr>
          <p:cNvPr id="143" name="Google Shape;143;p30"/>
          <p:cNvSpPr txBox="1"/>
          <p:nvPr>
            <p:ph type="title"/>
          </p:nvPr>
        </p:nvSpPr>
        <p:spPr>
          <a:xfrm>
            <a:off x="729360" y="1322280"/>
            <a:ext cx="7687800" cy="16642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4" name="Google Shape;144;p30"/>
          <p:cNvSpPr txBox="1"/>
          <p:nvPr>
            <p:ph idx="1" type="subTitle"/>
          </p:nvPr>
        </p:nvSpPr>
        <p:spPr>
          <a:xfrm>
            <a:off x="457200" y="1203480"/>
            <a:ext cx="8229240" cy="298296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145" name="Shape 145"/>
        <p:cNvGrpSpPr/>
        <p:nvPr/>
      </p:nvGrpSpPr>
      <p:grpSpPr>
        <a:xfrm>
          <a:off x="0" y="0"/>
          <a:ext cx="0" cy="0"/>
          <a:chOff x="0" y="0"/>
          <a:chExt cx="0" cy="0"/>
        </a:xfrm>
      </p:grpSpPr>
      <p:sp>
        <p:nvSpPr>
          <p:cNvPr id="146" name="Google Shape;146;p31"/>
          <p:cNvSpPr txBox="1"/>
          <p:nvPr>
            <p:ph type="title"/>
          </p:nvPr>
        </p:nvSpPr>
        <p:spPr>
          <a:xfrm>
            <a:off x="729360" y="1322280"/>
            <a:ext cx="7687800" cy="16642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7" name="Google Shape;147;p31"/>
          <p:cNvSpPr txBox="1"/>
          <p:nvPr>
            <p:ph idx="1" type="body"/>
          </p:nvPr>
        </p:nvSpPr>
        <p:spPr>
          <a:xfrm>
            <a:off x="45720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48" name="Google Shape;148;p31"/>
          <p:cNvSpPr txBox="1"/>
          <p:nvPr>
            <p:ph idx="2" type="body"/>
          </p:nvPr>
        </p:nvSpPr>
        <p:spPr>
          <a:xfrm>
            <a:off x="467424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49" name="Shape 149"/>
        <p:cNvGrpSpPr/>
        <p:nvPr/>
      </p:nvGrpSpPr>
      <p:grpSpPr>
        <a:xfrm>
          <a:off x="0" y="0"/>
          <a:ext cx="0" cy="0"/>
          <a:chOff x="0" y="0"/>
          <a:chExt cx="0" cy="0"/>
        </a:xfrm>
      </p:grpSpPr>
      <p:sp>
        <p:nvSpPr>
          <p:cNvPr id="150" name="Google Shape;150;p32"/>
          <p:cNvSpPr txBox="1"/>
          <p:nvPr>
            <p:ph type="title"/>
          </p:nvPr>
        </p:nvSpPr>
        <p:spPr>
          <a:xfrm>
            <a:off x="729360" y="1322280"/>
            <a:ext cx="7687800" cy="16642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151" name="Shape 151"/>
        <p:cNvGrpSpPr/>
        <p:nvPr/>
      </p:nvGrpSpPr>
      <p:grpSpPr>
        <a:xfrm>
          <a:off x="0" y="0"/>
          <a:ext cx="0" cy="0"/>
          <a:chOff x="0" y="0"/>
          <a:chExt cx="0" cy="0"/>
        </a:xfrm>
      </p:grpSpPr>
      <p:sp>
        <p:nvSpPr>
          <p:cNvPr id="152" name="Google Shape;152;p33"/>
          <p:cNvSpPr txBox="1"/>
          <p:nvPr>
            <p:ph idx="1" type="subTitle"/>
          </p:nvPr>
        </p:nvSpPr>
        <p:spPr>
          <a:xfrm>
            <a:off x="729360" y="1322280"/>
            <a:ext cx="7687800" cy="771588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153" name="Shape 153"/>
        <p:cNvGrpSpPr/>
        <p:nvPr/>
      </p:nvGrpSpPr>
      <p:grpSpPr>
        <a:xfrm>
          <a:off x="0" y="0"/>
          <a:ext cx="0" cy="0"/>
          <a:chOff x="0" y="0"/>
          <a:chExt cx="0" cy="0"/>
        </a:xfrm>
      </p:grpSpPr>
      <p:sp>
        <p:nvSpPr>
          <p:cNvPr id="154" name="Google Shape;154;p34"/>
          <p:cNvSpPr txBox="1"/>
          <p:nvPr>
            <p:ph type="title"/>
          </p:nvPr>
        </p:nvSpPr>
        <p:spPr>
          <a:xfrm>
            <a:off x="729360" y="1322280"/>
            <a:ext cx="7687800" cy="16642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5" name="Google Shape;155;p34"/>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56" name="Google Shape;156;p34"/>
          <p:cNvSpPr txBox="1"/>
          <p:nvPr>
            <p:ph idx="2" type="body"/>
          </p:nvPr>
        </p:nvSpPr>
        <p:spPr>
          <a:xfrm>
            <a:off x="467424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57" name="Google Shape;157;p34"/>
          <p:cNvSpPr txBox="1"/>
          <p:nvPr>
            <p:ph idx="3" type="body"/>
          </p:nvPr>
        </p:nvSpPr>
        <p:spPr>
          <a:xfrm>
            <a:off x="45720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158" name="Shape 158"/>
        <p:cNvGrpSpPr/>
        <p:nvPr/>
      </p:nvGrpSpPr>
      <p:grpSpPr>
        <a:xfrm>
          <a:off x="0" y="0"/>
          <a:ext cx="0" cy="0"/>
          <a:chOff x="0" y="0"/>
          <a:chExt cx="0" cy="0"/>
        </a:xfrm>
      </p:grpSpPr>
      <p:sp>
        <p:nvSpPr>
          <p:cNvPr id="159" name="Google Shape;159;p35"/>
          <p:cNvSpPr txBox="1"/>
          <p:nvPr>
            <p:ph type="title"/>
          </p:nvPr>
        </p:nvSpPr>
        <p:spPr>
          <a:xfrm>
            <a:off x="729360" y="1322280"/>
            <a:ext cx="7687800" cy="16642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0" name="Google Shape;160;p35"/>
          <p:cNvSpPr txBox="1"/>
          <p:nvPr>
            <p:ph idx="1" type="body"/>
          </p:nvPr>
        </p:nvSpPr>
        <p:spPr>
          <a:xfrm>
            <a:off x="45720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61" name="Google Shape;161;p35"/>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62" name="Google Shape;162;p35"/>
          <p:cNvSpPr txBox="1"/>
          <p:nvPr>
            <p:ph idx="3" type="body"/>
          </p:nvPr>
        </p:nvSpPr>
        <p:spPr>
          <a:xfrm>
            <a:off x="467424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163" name="Shape 163"/>
        <p:cNvGrpSpPr/>
        <p:nvPr/>
      </p:nvGrpSpPr>
      <p:grpSpPr>
        <a:xfrm>
          <a:off x="0" y="0"/>
          <a:ext cx="0" cy="0"/>
          <a:chOff x="0" y="0"/>
          <a:chExt cx="0" cy="0"/>
        </a:xfrm>
      </p:grpSpPr>
      <p:sp>
        <p:nvSpPr>
          <p:cNvPr id="164" name="Google Shape;164;p36"/>
          <p:cNvSpPr txBox="1"/>
          <p:nvPr>
            <p:ph type="title"/>
          </p:nvPr>
        </p:nvSpPr>
        <p:spPr>
          <a:xfrm>
            <a:off x="729360" y="1322280"/>
            <a:ext cx="7687800" cy="16642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5" name="Google Shape;165;p36"/>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66" name="Google Shape;166;p36"/>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67" name="Google Shape;167;p36"/>
          <p:cNvSpPr txBox="1"/>
          <p:nvPr>
            <p:ph idx="3" type="body"/>
          </p:nvPr>
        </p:nvSpPr>
        <p:spPr>
          <a:xfrm>
            <a:off x="457200" y="276192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168" name="Shape 168"/>
        <p:cNvGrpSpPr/>
        <p:nvPr/>
      </p:nvGrpSpPr>
      <p:grpSpPr>
        <a:xfrm>
          <a:off x="0" y="0"/>
          <a:ext cx="0" cy="0"/>
          <a:chOff x="0" y="0"/>
          <a:chExt cx="0" cy="0"/>
        </a:xfrm>
      </p:grpSpPr>
      <p:sp>
        <p:nvSpPr>
          <p:cNvPr id="169" name="Google Shape;169;p37"/>
          <p:cNvSpPr txBox="1"/>
          <p:nvPr>
            <p:ph type="title"/>
          </p:nvPr>
        </p:nvSpPr>
        <p:spPr>
          <a:xfrm>
            <a:off x="729360" y="1322280"/>
            <a:ext cx="7687800" cy="16642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0" name="Google Shape;170;p37"/>
          <p:cNvSpPr txBox="1"/>
          <p:nvPr>
            <p:ph idx="1" type="body"/>
          </p:nvPr>
        </p:nvSpPr>
        <p:spPr>
          <a:xfrm>
            <a:off x="457200" y="120348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71" name="Google Shape;171;p37"/>
          <p:cNvSpPr txBox="1"/>
          <p:nvPr>
            <p:ph idx="2" type="body"/>
          </p:nvPr>
        </p:nvSpPr>
        <p:spPr>
          <a:xfrm>
            <a:off x="457200" y="276192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172" name="Shape 172"/>
        <p:cNvGrpSpPr/>
        <p:nvPr/>
      </p:nvGrpSpPr>
      <p:grpSpPr>
        <a:xfrm>
          <a:off x="0" y="0"/>
          <a:ext cx="0" cy="0"/>
          <a:chOff x="0" y="0"/>
          <a:chExt cx="0" cy="0"/>
        </a:xfrm>
      </p:grpSpPr>
      <p:sp>
        <p:nvSpPr>
          <p:cNvPr id="173" name="Google Shape;173;p38"/>
          <p:cNvSpPr txBox="1"/>
          <p:nvPr>
            <p:ph type="title"/>
          </p:nvPr>
        </p:nvSpPr>
        <p:spPr>
          <a:xfrm>
            <a:off x="729360" y="1322280"/>
            <a:ext cx="7687800" cy="16642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4" name="Google Shape;174;p38"/>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75" name="Google Shape;175;p38"/>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76" name="Google Shape;176;p38"/>
          <p:cNvSpPr txBox="1"/>
          <p:nvPr>
            <p:ph idx="3" type="body"/>
          </p:nvPr>
        </p:nvSpPr>
        <p:spPr>
          <a:xfrm>
            <a:off x="45720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77" name="Google Shape;177;p38"/>
          <p:cNvSpPr txBox="1"/>
          <p:nvPr>
            <p:ph idx="4" type="body"/>
          </p:nvPr>
        </p:nvSpPr>
        <p:spPr>
          <a:xfrm>
            <a:off x="467424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178" name="Shape 178"/>
        <p:cNvGrpSpPr/>
        <p:nvPr/>
      </p:nvGrpSpPr>
      <p:grpSpPr>
        <a:xfrm>
          <a:off x="0" y="0"/>
          <a:ext cx="0" cy="0"/>
          <a:chOff x="0" y="0"/>
          <a:chExt cx="0" cy="0"/>
        </a:xfrm>
      </p:grpSpPr>
      <p:sp>
        <p:nvSpPr>
          <p:cNvPr id="179" name="Google Shape;179;p39"/>
          <p:cNvSpPr txBox="1"/>
          <p:nvPr>
            <p:ph type="title"/>
          </p:nvPr>
        </p:nvSpPr>
        <p:spPr>
          <a:xfrm>
            <a:off x="729360" y="1322280"/>
            <a:ext cx="7687800" cy="16642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0" name="Google Shape;180;p39"/>
          <p:cNvSpPr txBox="1"/>
          <p:nvPr>
            <p:ph idx="1" type="body"/>
          </p:nvPr>
        </p:nvSpPr>
        <p:spPr>
          <a:xfrm>
            <a:off x="45720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81" name="Google Shape;181;p39"/>
          <p:cNvSpPr txBox="1"/>
          <p:nvPr>
            <p:ph idx="2" type="body"/>
          </p:nvPr>
        </p:nvSpPr>
        <p:spPr>
          <a:xfrm>
            <a:off x="323964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82" name="Google Shape;182;p39"/>
          <p:cNvSpPr txBox="1"/>
          <p:nvPr>
            <p:ph idx="3" type="body"/>
          </p:nvPr>
        </p:nvSpPr>
        <p:spPr>
          <a:xfrm>
            <a:off x="602208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83" name="Google Shape;183;p39"/>
          <p:cNvSpPr txBox="1"/>
          <p:nvPr>
            <p:ph idx="4" type="body"/>
          </p:nvPr>
        </p:nvSpPr>
        <p:spPr>
          <a:xfrm>
            <a:off x="45720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84" name="Google Shape;184;p39"/>
          <p:cNvSpPr txBox="1"/>
          <p:nvPr>
            <p:ph idx="5" type="body"/>
          </p:nvPr>
        </p:nvSpPr>
        <p:spPr>
          <a:xfrm>
            <a:off x="323964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85" name="Google Shape;185;p39"/>
          <p:cNvSpPr txBox="1"/>
          <p:nvPr>
            <p:ph idx="6" type="body"/>
          </p:nvPr>
        </p:nvSpPr>
        <p:spPr>
          <a:xfrm>
            <a:off x="602208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4" Type="http://schemas.openxmlformats.org/officeDocument/2006/relationships/theme" Target="../theme/theme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 Type="http://schemas.openxmlformats.org/officeDocument/2006/relationships/image" Target="../media/image1.png"/><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4.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34.xml"/><Relationship Id="rId10" Type="http://schemas.openxmlformats.org/officeDocument/2006/relationships/slideLayout" Target="../slideLayouts/slideLayout33.xml"/><Relationship Id="rId13" Type="http://schemas.openxmlformats.org/officeDocument/2006/relationships/slideLayout" Target="../slideLayouts/slideLayout36.xml"/><Relationship Id="rId12" Type="http://schemas.openxmlformats.org/officeDocument/2006/relationships/slideLayout" Target="../slideLayouts/slideLayout35.xml"/><Relationship Id="rId1" Type="http://schemas.openxmlformats.org/officeDocument/2006/relationships/image" Target="../media/image3.png"/><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theme" Target="../theme/theme2.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EDEE"/>
        </a:solidFill>
      </p:bgPr>
    </p:bg>
    <p:spTree>
      <p:nvGrpSpPr>
        <p:cNvPr id="5" name="Shape 5"/>
        <p:cNvGrpSpPr/>
        <p:nvPr/>
      </p:nvGrpSpPr>
      <p:grpSpPr>
        <a:xfrm>
          <a:off x="0" y="0"/>
          <a:ext cx="0" cy="0"/>
          <a:chOff x="0" y="0"/>
          <a:chExt cx="0" cy="0"/>
        </a:xfrm>
      </p:grpSpPr>
      <p:sp>
        <p:nvSpPr>
          <p:cNvPr id="6" name="Google Shape;6;p1"/>
          <p:cNvSpPr/>
          <p:nvPr/>
        </p:nvSpPr>
        <p:spPr>
          <a:xfrm>
            <a:off x="0" y="0"/>
            <a:ext cx="9143640" cy="4874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 name="Google Shape;7;p1"/>
          <p:cNvSpPr txBox="1"/>
          <p:nvPr>
            <p:ph type="title"/>
          </p:nvPr>
        </p:nvSpPr>
        <p:spPr>
          <a:xfrm>
            <a:off x="729360" y="1322280"/>
            <a:ext cx="7687800" cy="166428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p1"/>
          <p:cNvSpPr txBox="1"/>
          <p:nvPr>
            <p:ph idx="12" type="sldNum"/>
          </p:nvPr>
        </p:nvSpPr>
        <p:spPr>
          <a:xfrm>
            <a:off x="8536320" y="4749840"/>
            <a:ext cx="548280" cy="39312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buNone/>
              <a:defRPr b="0" i="0" sz="1000" u="none" cap="none" strike="noStrike">
                <a:solidFill>
                  <a:srgbClr val="595959"/>
                </a:solidFill>
                <a:latin typeface="Catamaran"/>
                <a:ea typeface="Catamaran"/>
                <a:cs typeface="Catamaran"/>
                <a:sym typeface="Catamaran"/>
              </a:defRPr>
            </a:lvl1pPr>
            <a:lvl2pPr indent="0" lvl="1" marL="0" marR="0" rtl="0" algn="r">
              <a:lnSpc>
                <a:spcPct val="100000"/>
              </a:lnSpc>
              <a:spcBef>
                <a:spcPts val="0"/>
              </a:spcBef>
              <a:buNone/>
              <a:defRPr b="0" i="0" sz="1000" u="none" cap="none" strike="noStrike">
                <a:solidFill>
                  <a:srgbClr val="595959"/>
                </a:solidFill>
                <a:latin typeface="Catamaran"/>
                <a:ea typeface="Catamaran"/>
                <a:cs typeface="Catamaran"/>
                <a:sym typeface="Catamaran"/>
              </a:defRPr>
            </a:lvl2pPr>
            <a:lvl3pPr indent="0" lvl="2" marL="0" marR="0" rtl="0" algn="r">
              <a:lnSpc>
                <a:spcPct val="100000"/>
              </a:lnSpc>
              <a:spcBef>
                <a:spcPts val="0"/>
              </a:spcBef>
              <a:buNone/>
              <a:defRPr b="0" i="0" sz="1000" u="none" cap="none" strike="noStrike">
                <a:solidFill>
                  <a:srgbClr val="595959"/>
                </a:solidFill>
                <a:latin typeface="Catamaran"/>
                <a:ea typeface="Catamaran"/>
                <a:cs typeface="Catamaran"/>
                <a:sym typeface="Catamaran"/>
              </a:defRPr>
            </a:lvl3pPr>
            <a:lvl4pPr indent="0" lvl="3" marL="0" marR="0" rtl="0" algn="r">
              <a:lnSpc>
                <a:spcPct val="100000"/>
              </a:lnSpc>
              <a:spcBef>
                <a:spcPts val="0"/>
              </a:spcBef>
              <a:buNone/>
              <a:defRPr b="0" i="0" sz="1000" u="none" cap="none" strike="noStrike">
                <a:solidFill>
                  <a:srgbClr val="595959"/>
                </a:solidFill>
                <a:latin typeface="Catamaran"/>
                <a:ea typeface="Catamaran"/>
                <a:cs typeface="Catamaran"/>
                <a:sym typeface="Catamaran"/>
              </a:defRPr>
            </a:lvl4pPr>
            <a:lvl5pPr indent="0" lvl="4" marL="0" marR="0" rtl="0" algn="r">
              <a:lnSpc>
                <a:spcPct val="100000"/>
              </a:lnSpc>
              <a:spcBef>
                <a:spcPts val="0"/>
              </a:spcBef>
              <a:buNone/>
              <a:defRPr b="0" i="0" sz="1000" u="none" cap="none" strike="noStrike">
                <a:solidFill>
                  <a:srgbClr val="595959"/>
                </a:solidFill>
                <a:latin typeface="Catamaran"/>
                <a:ea typeface="Catamaran"/>
                <a:cs typeface="Catamaran"/>
                <a:sym typeface="Catamaran"/>
              </a:defRPr>
            </a:lvl5pPr>
            <a:lvl6pPr indent="0" lvl="5" marL="0" marR="0" rtl="0" algn="r">
              <a:lnSpc>
                <a:spcPct val="100000"/>
              </a:lnSpc>
              <a:spcBef>
                <a:spcPts val="0"/>
              </a:spcBef>
              <a:buNone/>
              <a:defRPr b="0" i="0" sz="1000" u="none" cap="none" strike="noStrike">
                <a:solidFill>
                  <a:srgbClr val="595959"/>
                </a:solidFill>
                <a:latin typeface="Catamaran"/>
                <a:ea typeface="Catamaran"/>
                <a:cs typeface="Catamaran"/>
                <a:sym typeface="Catamaran"/>
              </a:defRPr>
            </a:lvl6pPr>
            <a:lvl7pPr indent="0" lvl="6" marL="0" marR="0" rtl="0" algn="r">
              <a:lnSpc>
                <a:spcPct val="100000"/>
              </a:lnSpc>
              <a:spcBef>
                <a:spcPts val="0"/>
              </a:spcBef>
              <a:buNone/>
              <a:defRPr b="0" i="0" sz="1000" u="none" cap="none" strike="noStrike">
                <a:solidFill>
                  <a:srgbClr val="595959"/>
                </a:solidFill>
                <a:latin typeface="Catamaran"/>
                <a:ea typeface="Catamaran"/>
                <a:cs typeface="Catamaran"/>
                <a:sym typeface="Catamaran"/>
              </a:defRPr>
            </a:lvl7pPr>
            <a:lvl8pPr indent="0" lvl="7" marL="0" marR="0" rtl="0" algn="r">
              <a:lnSpc>
                <a:spcPct val="100000"/>
              </a:lnSpc>
              <a:spcBef>
                <a:spcPts val="0"/>
              </a:spcBef>
              <a:buNone/>
              <a:defRPr b="0" i="0" sz="1000" u="none" cap="none" strike="noStrike">
                <a:solidFill>
                  <a:srgbClr val="595959"/>
                </a:solidFill>
                <a:latin typeface="Catamaran"/>
                <a:ea typeface="Catamaran"/>
                <a:cs typeface="Catamaran"/>
                <a:sym typeface="Catamaran"/>
              </a:defRPr>
            </a:lvl8pPr>
            <a:lvl9pPr indent="0" lvl="8" marL="0" marR="0" rtl="0" algn="r">
              <a:lnSpc>
                <a:spcPct val="100000"/>
              </a:lnSpc>
              <a:spcBef>
                <a:spcPts val="0"/>
              </a:spcBef>
              <a:buNone/>
              <a:defRPr b="0" i="0" sz="1000" u="none" cap="none" strike="noStrike">
                <a:solidFill>
                  <a:srgbClr val="595959"/>
                </a:solidFill>
                <a:latin typeface="Catamaran"/>
                <a:ea typeface="Catamaran"/>
                <a:cs typeface="Catamaran"/>
                <a:sym typeface="Catamaran"/>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pic>
        <p:nvPicPr>
          <p:cNvPr id="9" name="Google Shape;9;p1"/>
          <p:cNvPicPr preferRelativeResize="0"/>
          <p:nvPr/>
        </p:nvPicPr>
        <p:blipFill rotWithShape="1">
          <a:blip r:embed="rId1">
            <a:alphaModFix/>
          </a:blip>
          <a:srcRect b="0" l="0" r="0" t="0"/>
          <a:stretch/>
        </p:blipFill>
        <p:spPr>
          <a:xfrm>
            <a:off x="6259320" y="2453400"/>
            <a:ext cx="2884320" cy="2689920"/>
          </a:xfrm>
          <a:prstGeom prst="rect">
            <a:avLst/>
          </a:prstGeom>
          <a:noFill/>
          <a:ln>
            <a:noFill/>
          </a:ln>
        </p:spPr>
      </p:pic>
      <p:sp>
        <p:nvSpPr>
          <p:cNvPr id="10" name="Google Shape;10;p1"/>
          <p:cNvSpPr/>
          <p:nvPr/>
        </p:nvSpPr>
        <p:spPr>
          <a:xfrm>
            <a:off x="830520" y="1170000"/>
            <a:ext cx="548280" cy="87840"/>
          </a:xfrm>
          <a:prstGeom prst="rect">
            <a:avLst/>
          </a:prstGeom>
          <a:solidFill>
            <a:srgbClr val="00677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1"/>
          <p:cNvSpPr/>
          <p:nvPr/>
        </p:nvSpPr>
        <p:spPr>
          <a:xfrm>
            <a:off x="1379160" y="1170000"/>
            <a:ext cx="548280" cy="87840"/>
          </a:xfrm>
          <a:prstGeom prst="rect">
            <a:avLst/>
          </a:prstGeom>
          <a:solidFill>
            <a:srgbClr val="6F0A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1"/>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Lst>
  <p:transition spd="med">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EDEE"/>
        </a:solidFill>
      </p:bgPr>
    </p:bg>
    <p:spTree>
      <p:nvGrpSpPr>
        <p:cNvPr id="61" name="Shape 61"/>
        <p:cNvGrpSpPr/>
        <p:nvPr/>
      </p:nvGrpSpPr>
      <p:grpSpPr>
        <a:xfrm>
          <a:off x="0" y="0"/>
          <a:ext cx="0" cy="0"/>
          <a:chOff x="0" y="0"/>
          <a:chExt cx="0" cy="0"/>
        </a:xfrm>
      </p:grpSpPr>
      <p:sp>
        <p:nvSpPr>
          <p:cNvPr id="62" name="Google Shape;62;p14"/>
          <p:cNvSpPr/>
          <p:nvPr/>
        </p:nvSpPr>
        <p:spPr>
          <a:xfrm>
            <a:off x="0" y="0"/>
            <a:ext cx="9143640" cy="4874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14"/>
          <p:cNvSpPr txBox="1"/>
          <p:nvPr>
            <p:ph idx="12" type="sldNum"/>
          </p:nvPr>
        </p:nvSpPr>
        <p:spPr>
          <a:xfrm>
            <a:off x="8536320" y="4749840"/>
            <a:ext cx="548280" cy="39312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buNone/>
              <a:defRPr b="0" i="0" sz="1000" u="none" cap="none" strike="noStrike">
                <a:solidFill>
                  <a:srgbClr val="595959"/>
                </a:solidFill>
                <a:latin typeface="Catamaran"/>
                <a:ea typeface="Catamaran"/>
                <a:cs typeface="Catamaran"/>
                <a:sym typeface="Catamaran"/>
              </a:defRPr>
            </a:lvl1pPr>
            <a:lvl2pPr indent="0" lvl="1" marL="0" marR="0" rtl="0" algn="r">
              <a:lnSpc>
                <a:spcPct val="100000"/>
              </a:lnSpc>
              <a:spcBef>
                <a:spcPts val="0"/>
              </a:spcBef>
              <a:buNone/>
              <a:defRPr b="0" i="0" sz="1000" u="none" cap="none" strike="noStrike">
                <a:solidFill>
                  <a:srgbClr val="595959"/>
                </a:solidFill>
                <a:latin typeface="Catamaran"/>
                <a:ea typeface="Catamaran"/>
                <a:cs typeface="Catamaran"/>
                <a:sym typeface="Catamaran"/>
              </a:defRPr>
            </a:lvl2pPr>
            <a:lvl3pPr indent="0" lvl="2" marL="0" marR="0" rtl="0" algn="r">
              <a:lnSpc>
                <a:spcPct val="100000"/>
              </a:lnSpc>
              <a:spcBef>
                <a:spcPts val="0"/>
              </a:spcBef>
              <a:buNone/>
              <a:defRPr b="0" i="0" sz="1000" u="none" cap="none" strike="noStrike">
                <a:solidFill>
                  <a:srgbClr val="595959"/>
                </a:solidFill>
                <a:latin typeface="Catamaran"/>
                <a:ea typeface="Catamaran"/>
                <a:cs typeface="Catamaran"/>
                <a:sym typeface="Catamaran"/>
              </a:defRPr>
            </a:lvl3pPr>
            <a:lvl4pPr indent="0" lvl="3" marL="0" marR="0" rtl="0" algn="r">
              <a:lnSpc>
                <a:spcPct val="100000"/>
              </a:lnSpc>
              <a:spcBef>
                <a:spcPts val="0"/>
              </a:spcBef>
              <a:buNone/>
              <a:defRPr b="0" i="0" sz="1000" u="none" cap="none" strike="noStrike">
                <a:solidFill>
                  <a:srgbClr val="595959"/>
                </a:solidFill>
                <a:latin typeface="Catamaran"/>
                <a:ea typeface="Catamaran"/>
                <a:cs typeface="Catamaran"/>
                <a:sym typeface="Catamaran"/>
              </a:defRPr>
            </a:lvl4pPr>
            <a:lvl5pPr indent="0" lvl="4" marL="0" marR="0" rtl="0" algn="r">
              <a:lnSpc>
                <a:spcPct val="100000"/>
              </a:lnSpc>
              <a:spcBef>
                <a:spcPts val="0"/>
              </a:spcBef>
              <a:buNone/>
              <a:defRPr b="0" i="0" sz="1000" u="none" cap="none" strike="noStrike">
                <a:solidFill>
                  <a:srgbClr val="595959"/>
                </a:solidFill>
                <a:latin typeface="Catamaran"/>
                <a:ea typeface="Catamaran"/>
                <a:cs typeface="Catamaran"/>
                <a:sym typeface="Catamaran"/>
              </a:defRPr>
            </a:lvl5pPr>
            <a:lvl6pPr indent="0" lvl="5" marL="0" marR="0" rtl="0" algn="r">
              <a:lnSpc>
                <a:spcPct val="100000"/>
              </a:lnSpc>
              <a:spcBef>
                <a:spcPts val="0"/>
              </a:spcBef>
              <a:buNone/>
              <a:defRPr b="0" i="0" sz="1000" u="none" cap="none" strike="noStrike">
                <a:solidFill>
                  <a:srgbClr val="595959"/>
                </a:solidFill>
                <a:latin typeface="Catamaran"/>
                <a:ea typeface="Catamaran"/>
                <a:cs typeface="Catamaran"/>
                <a:sym typeface="Catamaran"/>
              </a:defRPr>
            </a:lvl6pPr>
            <a:lvl7pPr indent="0" lvl="6" marL="0" marR="0" rtl="0" algn="r">
              <a:lnSpc>
                <a:spcPct val="100000"/>
              </a:lnSpc>
              <a:spcBef>
                <a:spcPts val="0"/>
              </a:spcBef>
              <a:buNone/>
              <a:defRPr b="0" i="0" sz="1000" u="none" cap="none" strike="noStrike">
                <a:solidFill>
                  <a:srgbClr val="595959"/>
                </a:solidFill>
                <a:latin typeface="Catamaran"/>
                <a:ea typeface="Catamaran"/>
                <a:cs typeface="Catamaran"/>
                <a:sym typeface="Catamaran"/>
              </a:defRPr>
            </a:lvl7pPr>
            <a:lvl8pPr indent="0" lvl="7" marL="0" marR="0" rtl="0" algn="r">
              <a:lnSpc>
                <a:spcPct val="100000"/>
              </a:lnSpc>
              <a:spcBef>
                <a:spcPts val="0"/>
              </a:spcBef>
              <a:buNone/>
              <a:defRPr b="0" i="0" sz="1000" u="none" cap="none" strike="noStrike">
                <a:solidFill>
                  <a:srgbClr val="595959"/>
                </a:solidFill>
                <a:latin typeface="Catamaran"/>
                <a:ea typeface="Catamaran"/>
                <a:cs typeface="Catamaran"/>
                <a:sym typeface="Catamaran"/>
              </a:defRPr>
            </a:lvl8pPr>
            <a:lvl9pPr indent="0" lvl="8" marL="0" marR="0" rtl="0" algn="r">
              <a:lnSpc>
                <a:spcPct val="100000"/>
              </a:lnSpc>
              <a:spcBef>
                <a:spcPts val="0"/>
              </a:spcBef>
              <a:buNone/>
              <a:defRPr b="0" i="0" sz="1000" u="none" cap="none" strike="noStrike">
                <a:solidFill>
                  <a:srgbClr val="595959"/>
                </a:solidFill>
                <a:latin typeface="Catamaran"/>
                <a:ea typeface="Catamaran"/>
                <a:cs typeface="Catamaran"/>
                <a:sym typeface="Catamaran"/>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
        <p:nvSpPr>
          <p:cNvPr id="64" name="Google Shape;64;p14"/>
          <p:cNvSpPr/>
          <p:nvPr/>
        </p:nvSpPr>
        <p:spPr>
          <a:xfrm>
            <a:off x="347760" y="1983240"/>
            <a:ext cx="923400" cy="840960"/>
          </a:xfrm>
          <a:prstGeom prst="rect">
            <a:avLst/>
          </a:prstGeom>
          <a:noFill/>
          <a:ln>
            <a:noFill/>
          </a:ln>
        </p:spPr>
        <p:txBody>
          <a:bodyPr anchorCtr="0" anchor="b" bIns="91425" lIns="91425" spcFirstLastPara="1" rIns="91425" wrap="square" tIns="91425">
            <a:noAutofit/>
          </a:bodyPr>
          <a:lstStyle/>
          <a:p>
            <a:pPr indent="0" lvl="0" marL="0" marR="0" rtl="0" algn="r">
              <a:lnSpc>
                <a:spcPct val="100000"/>
              </a:lnSpc>
              <a:spcBef>
                <a:spcPts val="0"/>
              </a:spcBef>
              <a:spcAft>
                <a:spcPts val="0"/>
              </a:spcAft>
              <a:buNone/>
            </a:pPr>
            <a:r>
              <a:rPr b="0" i="0" lang="en-US" sz="4800" u="none" cap="none" strike="noStrike">
                <a:solidFill>
                  <a:srgbClr val="000000"/>
                </a:solidFill>
                <a:latin typeface="Raleway"/>
                <a:ea typeface="Raleway"/>
                <a:cs typeface="Raleway"/>
                <a:sym typeface="Raleway"/>
              </a:rPr>
              <a:t>1</a:t>
            </a:r>
            <a:endParaRPr b="0" i="0" sz="4800" u="none" cap="none" strike="noStrike">
              <a:latin typeface="Arial"/>
              <a:ea typeface="Arial"/>
              <a:cs typeface="Arial"/>
              <a:sym typeface="Arial"/>
            </a:endParaRPr>
          </a:p>
        </p:txBody>
      </p:sp>
      <p:sp>
        <p:nvSpPr>
          <p:cNvPr id="65" name="Google Shape;65;p14"/>
          <p:cNvSpPr/>
          <p:nvPr/>
        </p:nvSpPr>
        <p:spPr>
          <a:xfrm>
            <a:off x="347760" y="2937960"/>
            <a:ext cx="923400" cy="840960"/>
          </a:xfrm>
          <a:prstGeom prst="rect">
            <a:avLst/>
          </a:prstGeom>
          <a:noFill/>
          <a:ln>
            <a:noFill/>
          </a:ln>
        </p:spPr>
        <p:txBody>
          <a:bodyPr anchorCtr="0" anchor="b" bIns="91425" lIns="91425" spcFirstLastPara="1" rIns="91425" wrap="square" tIns="91425">
            <a:noAutofit/>
          </a:bodyPr>
          <a:lstStyle/>
          <a:p>
            <a:pPr indent="0" lvl="0" marL="0" marR="0" rtl="0" algn="r">
              <a:lnSpc>
                <a:spcPct val="100000"/>
              </a:lnSpc>
              <a:spcBef>
                <a:spcPts val="0"/>
              </a:spcBef>
              <a:spcAft>
                <a:spcPts val="0"/>
              </a:spcAft>
              <a:buNone/>
            </a:pPr>
            <a:r>
              <a:rPr b="0" i="0" lang="en-US" sz="4800" u="none" cap="none" strike="noStrike">
                <a:solidFill>
                  <a:srgbClr val="000000"/>
                </a:solidFill>
                <a:latin typeface="Raleway"/>
                <a:ea typeface="Raleway"/>
                <a:cs typeface="Raleway"/>
                <a:sym typeface="Raleway"/>
              </a:rPr>
              <a:t>3</a:t>
            </a:r>
            <a:endParaRPr b="0" i="0" sz="4800" u="none" cap="none" strike="noStrike">
              <a:latin typeface="Arial"/>
              <a:ea typeface="Arial"/>
              <a:cs typeface="Arial"/>
              <a:sym typeface="Arial"/>
            </a:endParaRPr>
          </a:p>
        </p:txBody>
      </p:sp>
      <p:sp>
        <p:nvSpPr>
          <p:cNvPr id="66" name="Google Shape;66;p14"/>
          <p:cNvSpPr/>
          <p:nvPr/>
        </p:nvSpPr>
        <p:spPr>
          <a:xfrm>
            <a:off x="4167000" y="1983240"/>
            <a:ext cx="923400" cy="840960"/>
          </a:xfrm>
          <a:prstGeom prst="rect">
            <a:avLst/>
          </a:prstGeom>
          <a:noFill/>
          <a:ln>
            <a:noFill/>
          </a:ln>
        </p:spPr>
        <p:txBody>
          <a:bodyPr anchorCtr="0" anchor="b" bIns="91425" lIns="91425" spcFirstLastPara="1" rIns="91425" wrap="square" tIns="91425">
            <a:noAutofit/>
          </a:bodyPr>
          <a:lstStyle/>
          <a:p>
            <a:pPr indent="0" lvl="0" marL="0" marR="0" rtl="0" algn="r">
              <a:lnSpc>
                <a:spcPct val="100000"/>
              </a:lnSpc>
              <a:spcBef>
                <a:spcPts val="0"/>
              </a:spcBef>
              <a:spcAft>
                <a:spcPts val="0"/>
              </a:spcAft>
              <a:buNone/>
            </a:pPr>
            <a:r>
              <a:rPr b="0" i="0" lang="en-US" sz="4800" u="none" cap="none" strike="noStrike">
                <a:solidFill>
                  <a:srgbClr val="000000"/>
                </a:solidFill>
                <a:latin typeface="Raleway"/>
                <a:ea typeface="Raleway"/>
                <a:cs typeface="Raleway"/>
                <a:sym typeface="Raleway"/>
              </a:rPr>
              <a:t>2</a:t>
            </a:r>
            <a:endParaRPr b="0" i="0" sz="4800" u="none" cap="none" strike="noStrike">
              <a:latin typeface="Arial"/>
              <a:ea typeface="Arial"/>
              <a:cs typeface="Arial"/>
              <a:sym typeface="Arial"/>
            </a:endParaRPr>
          </a:p>
        </p:txBody>
      </p:sp>
      <p:sp>
        <p:nvSpPr>
          <p:cNvPr id="67" name="Google Shape;67;p14"/>
          <p:cNvSpPr/>
          <p:nvPr/>
        </p:nvSpPr>
        <p:spPr>
          <a:xfrm>
            <a:off x="4167000" y="2937960"/>
            <a:ext cx="923400" cy="840960"/>
          </a:xfrm>
          <a:prstGeom prst="rect">
            <a:avLst/>
          </a:prstGeom>
          <a:noFill/>
          <a:ln>
            <a:noFill/>
          </a:ln>
        </p:spPr>
        <p:txBody>
          <a:bodyPr anchorCtr="0" anchor="b" bIns="91425" lIns="91425" spcFirstLastPara="1" rIns="91425" wrap="square" tIns="91425">
            <a:noAutofit/>
          </a:bodyPr>
          <a:lstStyle/>
          <a:p>
            <a:pPr indent="0" lvl="0" marL="0" marR="0" rtl="0" algn="r">
              <a:lnSpc>
                <a:spcPct val="100000"/>
              </a:lnSpc>
              <a:spcBef>
                <a:spcPts val="0"/>
              </a:spcBef>
              <a:spcAft>
                <a:spcPts val="0"/>
              </a:spcAft>
              <a:buNone/>
            </a:pPr>
            <a:r>
              <a:rPr b="0" i="0" lang="en-US" sz="4800" u="none" cap="none" strike="noStrike">
                <a:solidFill>
                  <a:srgbClr val="000000"/>
                </a:solidFill>
                <a:latin typeface="Raleway"/>
                <a:ea typeface="Raleway"/>
                <a:cs typeface="Raleway"/>
                <a:sym typeface="Raleway"/>
              </a:rPr>
              <a:t>4</a:t>
            </a:r>
            <a:endParaRPr b="0" i="0" sz="4800" u="none" cap="none" strike="noStrike">
              <a:latin typeface="Arial"/>
              <a:ea typeface="Arial"/>
              <a:cs typeface="Arial"/>
              <a:sym typeface="Arial"/>
            </a:endParaRPr>
          </a:p>
        </p:txBody>
      </p:sp>
      <p:sp>
        <p:nvSpPr>
          <p:cNvPr id="68" name="Google Shape;68;p14"/>
          <p:cNvSpPr/>
          <p:nvPr/>
        </p:nvSpPr>
        <p:spPr>
          <a:xfrm>
            <a:off x="1414440" y="1983240"/>
            <a:ext cx="26280" cy="840960"/>
          </a:xfrm>
          <a:custGeom>
            <a:rect b="b" l="l" r="r" t="t"/>
            <a:pathLst>
              <a:path extrusionOk="0" h="31989" w="1061">
                <a:moveTo>
                  <a:pt x="0" y="0"/>
                </a:moveTo>
                <a:lnTo>
                  <a:pt x="0" y="31989"/>
                </a:lnTo>
                <a:lnTo>
                  <a:pt x="1060" y="31989"/>
                </a:lnTo>
                <a:lnTo>
                  <a:pt x="1060" y="0"/>
                </a:lnTo>
                <a:close/>
              </a:path>
            </a:pathLst>
          </a:custGeom>
          <a:solidFill>
            <a:srgbClr val="6F0A19"/>
          </a:solidFill>
          <a:ln>
            <a:noFill/>
          </a:ln>
        </p:spPr>
      </p:sp>
      <p:sp>
        <p:nvSpPr>
          <p:cNvPr id="69" name="Google Shape;69;p14"/>
          <p:cNvSpPr/>
          <p:nvPr/>
        </p:nvSpPr>
        <p:spPr>
          <a:xfrm>
            <a:off x="1414440" y="2937960"/>
            <a:ext cx="26280" cy="840960"/>
          </a:xfrm>
          <a:custGeom>
            <a:rect b="b" l="l" r="r" t="t"/>
            <a:pathLst>
              <a:path extrusionOk="0" h="31989" w="1061">
                <a:moveTo>
                  <a:pt x="0" y="0"/>
                </a:moveTo>
                <a:lnTo>
                  <a:pt x="0" y="31989"/>
                </a:lnTo>
                <a:lnTo>
                  <a:pt x="1060" y="31989"/>
                </a:lnTo>
                <a:lnTo>
                  <a:pt x="1060" y="0"/>
                </a:lnTo>
                <a:close/>
              </a:path>
            </a:pathLst>
          </a:custGeom>
          <a:solidFill>
            <a:srgbClr val="6F0A19"/>
          </a:solidFill>
          <a:ln>
            <a:noFill/>
          </a:ln>
        </p:spPr>
      </p:sp>
      <p:sp>
        <p:nvSpPr>
          <p:cNvPr id="70" name="Google Shape;70;p14"/>
          <p:cNvSpPr/>
          <p:nvPr/>
        </p:nvSpPr>
        <p:spPr>
          <a:xfrm>
            <a:off x="5233680" y="1983240"/>
            <a:ext cx="26280" cy="840960"/>
          </a:xfrm>
          <a:custGeom>
            <a:rect b="b" l="l" r="r" t="t"/>
            <a:pathLst>
              <a:path extrusionOk="0" h="31989" w="1061">
                <a:moveTo>
                  <a:pt x="0" y="0"/>
                </a:moveTo>
                <a:lnTo>
                  <a:pt x="0" y="31989"/>
                </a:lnTo>
                <a:lnTo>
                  <a:pt x="1060" y="31989"/>
                </a:lnTo>
                <a:lnTo>
                  <a:pt x="1060" y="0"/>
                </a:lnTo>
                <a:close/>
              </a:path>
            </a:pathLst>
          </a:custGeom>
          <a:solidFill>
            <a:srgbClr val="006778"/>
          </a:solidFill>
          <a:ln>
            <a:noFill/>
          </a:ln>
        </p:spPr>
      </p:sp>
      <p:sp>
        <p:nvSpPr>
          <p:cNvPr id="71" name="Google Shape;71;p14"/>
          <p:cNvSpPr/>
          <p:nvPr/>
        </p:nvSpPr>
        <p:spPr>
          <a:xfrm>
            <a:off x="5233680" y="2937960"/>
            <a:ext cx="26280" cy="840960"/>
          </a:xfrm>
          <a:custGeom>
            <a:rect b="b" l="l" r="r" t="t"/>
            <a:pathLst>
              <a:path extrusionOk="0" h="31989" w="1061">
                <a:moveTo>
                  <a:pt x="0" y="0"/>
                </a:moveTo>
                <a:lnTo>
                  <a:pt x="0" y="31989"/>
                </a:lnTo>
                <a:lnTo>
                  <a:pt x="1060" y="31989"/>
                </a:lnTo>
                <a:lnTo>
                  <a:pt x="1060" y="0"/>
                </a:lnTo>
                <a:close/>
              </a:path>
            </a:pathLst>
          </a:custGeom>
          <a:solidFill>
            <a:srgbClr val="006778"/>
          </a:solidFill>
          <a:ln>
            <a:noFill/>
          </a:ln>
        </p:spPr>
      </p:sp>
      <p:sp>
        <p:nvSpPr>
          <p:cNvPr id="72" name="Google Shape;72;p14"/>
          <p:cNvSpPr txBox="1"/>
          <p:nvPr>
            <p:ph type="title"/>
          </p:nvPr>
        </p:nvSpPr>
        <p:spPr>
          <a:xfrm>
            <a:off x="727560" y="861840"/>
            <a:ext cx="7688520" cy="53496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73" name="Google Shape;73;p14"/>
          <p:cNvSpPr/>
          <p:nvPr/>
        </p:nvSpPr>
        <p:spPr>
          <a:xfrm flipH="1" rot="10800000">
            <a:off x="802080" y="780120"/>
            <a:ext cx="372600" cy="45720"/>
          </a:xfrm>
          <a:prstGeom prst="rect">
            <a:avLst/>
          </a:prstGeom>
          <a:solidFill>
            <a:srgbClr val="00677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4"/>
          <p:cNvSpPr/>
          <p:nvPr/>
        </p:nvSpPr>
        <p:spPr>
          <a:xfrm flipH="1" rot="10800000">
            <a:off x="1175040" y="780120"/>
            <a:ext cx="372600" cy="45720"/>
          </a:xfrm>
          <a:prstGeom prst="rect">
            <a:avLst/>
          </a:prstGeom>
          <a:solidFill>
            <a:srgbClr val="6F0A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5" name="Google Shape;75;p14"/>
          <p:cNvPicPr preferRelativeResize="0"/>
          <p:nvPr/>
        </p:nvPicPr>
        <p:blipFill rotWithShape="1">
          <a:blip r:embed="rId1">
            <a:alphaModFix/>
          </a:blip>
          <a:srcRect b="0" l="0" r="0" t="0"/>
          <a:stretch/>
        </p:blipFill>
        <p:spPr>
          <a:xfrm>
            <a:off x="7922520" y="2408040"/>
            <a:ext cx="1775880" cy="1656360"/>
          </a:xfrm>
          <a:prstGeom prst="rect">
            <a:avLst/>
          </a:prstGeom>
          <a:noFill/>
          <a:ln>
            <a:noFill/>
          </a:ln>
        </p:spPr>
      </p:pic>
      <p:sp>
        <p:nvSpPr>
          <p:cNvPr id="76" name="Google Shape;76;p14"/>
          <p:cNvSpPr/>
          <p:nvPr/>
        </p:nvSpPr>
        <p:spPr>
          <a:xfrm>
            <a:off x="347760" y="3875400"/>
            <a:ext cx="923400" cy="840960"/>
          </a:xfrm>
          <a:prstGeom prst="rect">
            <a:avLst/>
          </a:prstGeom>
          <a:noFill/>
          <a:ln>
            <a:noFill/>
          </a:ln>
        </p:spPr>
        <p:txBody>
          <a:bodyPr anchorCtr="0" anchor="b" bIns="91425" lIns="91425" spcFirstLastPara="1" rIns="91425" wrap="square" tIns="91425">
            <a:noAutofit/>
          </a:bodyPr>
          <a:lstStyle/>
          <a:p>
            <a:pPr indent="0" lvl="0" marL="0" marR="0" rtl="0" algn="r">
              <a:lnSpc>
                <a:spcPct val="100000"/>
              </a:lnSpc>
              <a:spcBef>
                <a:spcPts val="0"/>
              </a:spcBef>
              <a:spcAft>
                <a:spcPts val="0"/>
              </a:spcAft>
              <a:buNone/>
            </a:pPr>
            <a:r>
              <a:rPr b="0" i="0" lang="en-US" sz="4800" u="none" cap="none" strike="noStrike">
                <a:solidFill>
                  <a:srgbClr val="000000"/>
                </a:solidFill>
                <a:latin typeface="Raleway"/>
                <a:ea typeface="Raleway"/>
                <a:cs typeface="Raleway"/>
                <a:sym typeface="Raleway"/>
              </a:rPr>
              <a:t>5</a:t>
            </a:r>
            <a:endParaRPr b="0" i="0" sz="4800" u="none" cap="none" strike="noStrike">
              <a:latin typeface="Arial"/>
              <a:ea typeface="Arial"/>
              <a:cs typeface="Arial"/>
              <a:sym typeface="Arial"/>
            </a:endParaRPr>
          </a:p>
        </p:txBody>
      </p:sp>
      <p:sp>
        <p:nvSpPr>
          <p:cNvPr id="77" name="Google Shape;77;p14"/>
          <p:cNvSpPr/>
          <p:nvPr/>
        </p:nvSpPr>
        <p:spPr>
          <a:xfrm>
            <a:off x="4167000" y="3875400"/>
            <a:ext cx="923400" cy="840960"/>
          </a:xfrm>
          <a:prstGeom prst="rect">
            <a:avLst/>
          </a:prstGeom>
          <a:noFill/>
          <a:ln>
            <a:noFill/>
          </a:ln>
        </p:spPr>
        <p:txBody>
          <a:bodyPr anchorCtr="0" anchor="b" bIns="91425" lIns="91425" spcFirstLastPara="1" rIns="91425" wrap="square" tIns="91425">
            <a:noAutofit/>
          </a:bodyPr>
          <a:lstStyle/>
          <a:p>
            <a:pPr indent="0" lvl="0" marL="0" marR="0" rtl="0" algn="r">
              <a:lnSpc>
                <a:spcPct val="100000"/>
              </a:lnSpc>
              <a:spcBef>
                <a:spcPts val="0"/>
              </a:spcBef>
              <a:spcAft>
                <a:spcPts val="0"/>
              </a:spcAft>
              <a:buNone/>
            </a:pPr>
            <a:r>
              <a:rPr b="0" i="0" lang="en-US" sz="4800" u="none" cap="none" strike="noStrike">
                <a:solidFill>
                  <a:srgbClr val="000000"/>
                </a:solidFill>
                <a:latin typeface="Raleway"/>
                <a:ea typeface="Raleway"/>
                <a:cs typeface="Raleway"/>
                <a:sym typeface="Raleway"/>
              </a:rPr>
              <a:t>6</a:t>
            </a:r>
            <a:endParaRPr b="0" i="0" sz="4800" u="none" cap="none" strike="noStrike">
              <a:latin typeface="Arial"/>
              <a:ea typeface="Arial"/>
              <a:cs typeface="Arial"/>
              <a:sym typeface="Arial"/>
            </a:endParaRPr>
          </a:p>
        </p:txBody>
      </p:sp>
      <p:sp>
        <p:nvSpPr>
          <p:cNvPr id="78" name="Google Shape;78;p14"/>
          <p:cNvSpPr/>
          <p:nvPr/>
        </p:nvSpPr>
        <p:spPr>
          <a:xfrm>
            <a:off x="1414440" y="3875400"/>
            <a:ext cx="26280" cy="840960"/>
          </a:xfrm>
          <a:custGeom>
            <a:rect b="b" l="l" r="r" t="t"/>
            <a:pathLst>
              <a:path extrusionOk="0" h="31989" w="1061">
                <a:moveTo>
                  <a:pt x="0" y="0"/>
                </a:moveTo>
                <a:lnTo>
                  <a:pt x="0" y="31989"/>
                </a:lnTo>
                <a:lnTo>
                  <a:pt x="1060" y="31989"/>
                </a:lnTo>
                <a:lnTo>
                  <a:pt x="1060" y="0"/>
                </a:lnTo>
                <a:close/>
              </a:path>
            </a:pathLst>
          </a:custGeom>
          <a:solidFill>
            <a:srgbClr val="6F0A19"/>
          </a:solidFill>
          <a:ln>
            <a:noFill/>
          </a:ln>
        </p:spPr>
      </p:sp>
      <p:sp>
        <p:nvSpPr>
          <p:cNvPr id="79" name="Google Shape;79;p14"/>
          <p:cNvSpPr/>
          <p:nvPr/>
        </p:nvSpPr>
        <p:spPr>
          <a:xfrm>
            <a:off x="5233680" y="3875400"/>
            <a:ext cx="26280" cy="840960"/>
          </a:xfrm>
          <a:custGeom>
            <a:rect b="b" l="l" r="r" t="t"/>
            <a:pathLst>
              <a:path extrusionOk="0" h="31989" w="1061">
                <a:moveTo>
                  <a:pt x="0" y="0"/>
                </a:moveTo>
                <a:lnTo>
                  <a:pt x="0" y="31989"/>
                </a:lnTo>
                <a:lnTo>
                  <a:pt x="1060" y="31989"/>
                </a:lnTo>
                <a:lnTo>
                  <a:pt x="1060" y="0"/>
                </a:lnTo>
                <a:close/>
              </a:path>
            </a:pathLst>
          </a:custGeom>
          <a:solidFill>
            <a:srgbClr val="006778"/>
          </a:solidFill>
          <a:ln>
            <a:noFill/>
          </a:ln>
        </p:spPr>
      </p:sp>
      <p:sp>
        <p:nvSpPr>
          <p:cNvPr id="80" name="Google Shape;80;p14"/>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 accent1="accent1" accent2="accent2" accent3="accent3" accent4="accent4" accent5="accent5" accent6="accent6" bg1="lt1" bg2="dk2" tx1="dk1" tx2="lt2" folHlink="folHlink" hlink="hlink"/>
  <p:sldLayoutIdLst>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Lst>
  <p:transition spd="med">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9" name="Shape 129"/>
        <p:cNvGrpSpPr/>
        <p:nvPr/>
      </p:nvGrpSpPr>
      <p:grpSpPr>
        <a:xfrm>
          <a:off x="0" y="0"/>
          <a:ext cx="0" cy="0"/>
          <a:chOff x="0" y="0"/>
          <a:chExt cx="0" cy="0"/>
        </a:xfrm>
      </p:grpSpPr>
      <p:sp>
        <p:nvSpPr>
          <p:cNvPr id="130" name="Google Shape;130;p27"/>
          <p:cNvSpPr/>
          <p:nvPr/>
        </p:nvSpPr>
        <p:spPr>
          <a:xfrm>
            <a:off x="0" y="0"/>
            <a:ext cx="9143640" cy="487440"/>
          </a:xfrm>
          <a:prstGeom prst="rect">
            <a:avLst/>
          </a:prstGeom>
          <a:solidFill>
            <a:srgbClr val="E9ED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27"/>
          <p:cNvSpPr txBox="1"/>
          <p:nvPr>
            <p:ph type="title"/>
          </p:nvPr>
        </p:nvSpPr>
        <p:spPr>
          <a:xfrm>
            <a:off x="727560" y="861840"/>
            <a:ext cx="7688520" cy="53496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32" name="Google Shape;132;p27"/>
          <p:cNvSpPr txBox="1"/>
          <p:nvPr>
            <p:ph idx="1" type="body"/>
          </p:nvPr>
        </p:nvSpPr>
        <p:spPr>
          <a:xfrm>
            <a:off x="727560" y="1622160"/>
            <a:ext cx="7688520" cy="226080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133" name="Google Shape;133;p27"/>
          <p:cNvSpPr txBox="1"/>
          <p:nvPr>
            <p:ph idx="12" type="sldNum"/>
          </p:nvPr>
        </p:nvSpPr>
        <p:spPr>
          <a:xfrm>
            <a:off x="8536320" y="4749840"/>
            <a:ext cx="548280" cy="39312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buNone/>
              <a:defRPr b="0" i="0" sz="1000" u="none" cap="none" strike="noStrike">
                <a:solidFill>
                  <a:srgbClr val="595959"/>
                </a:solidFill>
                <a:latin typeface="Catamaran"/>
                <a:ea typeface="Catamaran"/>
                <a:cs typeface="Catamaran"/>
                <a:sym typeface="Catamaran"/>
              </a:defRPr>
            </a:lvl1pPr>
            <a:lvl2pPr indent="0" lvl="1" marL="0" marR="0" rtl="0" algn="r">
              <a:lnSpc>
                <a:spcPct val="100000"/>
              </a:lnSpc>
              <a:spcBef>
                <a:spcPts val="0"/>
              </a:spcBef>
              <a:buNone/>
              <a:defRPr b="0" i="0" sz="1000" u="none" cap="none" strike="noStrike">
                <a:solidFill>
                  <a:srgbClr val="595959"/>
                </a:solidFill>
                <a:latin typeface="Catamaran"/>
                <a:ea typeface="Catamaran"/>
                <a:cs typeface="Catamaran"/>
                <a:sym typeface="Catamaran"/>
              </a:defRPr>
            </a:lvl2pPr>
            <a:lvl3pPr indent="0" lvl="2" marL="0" marR="0" rtl="0" algn="r">
              <a:lnSpc>
                <a:spcPct val="100000"/>
              </a:lnSpc>
              <a:spcBef>
                <a:spcPts val="0"/>
              </a:spcBef>
              <a:buNone/>
              <a:defRPr b="0" i="0" sz="1000" u="none" cap="none" strike="noStrike">
                <a:solidFill>
                  <a:srgbClr val="595959"/>
                </a:solidFill>
                <a:latin typeface="Catamaran"/>
                <a:ea typeface="Catamaran"/>
                <a:cs typeface="Catamaran"/>
                <a:sym typeface="Catamaran"/>
              </a:defRPr>
            </a:lvl3pPr>
            <a:lvl4pPr indent="0" lvl="3" marL="0" marR="0" rtl="0" algn="r">
              <a:lnSpc>
                <a:spcPct val="100000"/>
              </a:lnSpc>
              <a:spcBef>
                <a:spcPts val="0"/>
              </a:spcBef>
              <a:buNone/>
              <a:defRPr b="0" i="0" sz="1000" u="none" cap="none" strike="noStrike">
                <a:solidFill>
                  <a:srgbClr val="595959"/>
                </a:solidFill>
                <a:latin typeface="Catamaran"/>
                <a:ea typeface="Catamaran"/>
                <a:cs typeface="Catamaran"/>
                <a:sym typeface="Catamaran"/>
              </a:defRPr>
            </a:lvl4pPr>
            <a:lvl5pPr indent="0" lvl="4" marL="0" marR="0" rtl="0" algn="r">
              <a:lnSpc>
                <a:spcPct val="100000"/>
              </a:lnSpc>
              <a:spcBef>
                <a:spcPts val="0"/>
              </a:spcBef>
              <a:buNone/>
              <a:defRPr b="0" i="0" sz="1000" u="none" cap="none" strike="noStrike">
                <a:solidFill>
                  <a:srgbClr val="595959"/>
                </a:solidFill>
                <a:latin typeface="Catamaran"/>
                <a:ea typeface="Catamaran"/>
                <a:cs typeface="Catamaran"/>
                <a:sym typeface="Catamaran"/>
              </a:defRPr>
            </a:lvl5pPr>
            <a:lvl6pPr indent="0" lvl="5" marL="0" marR="0" rtl="0" algn="r">
              <a:lnSpc>
                <a:spcPct val="100000"/>
              </a:lnSpc>
              <a:spcBef>
                <a:spcPts val="0"/>
              </a:spcBef>
              <a:buNone/>
              <a:defRPr b="0" i="0" sz="1000" u="none" cap="none" strike="noStrike">
                <a:solidFill>
                  <a:srgbClr val="595959"/>
                </a:solidFill>
                <a:latin typeface="Catamaran"/>
                <a:ea typeface="Catamaran"/>
                <a:cs typeface="Catamaran"/>
                <a:sym typeface="Catamaran"/>
              </a:defRPr>
            </a:lvl6pPr>
            <a:lvl7pPr indent="0" lvl="6" marL="0" marR="0" rtl="0" algn="r">
              <a:lnSpc>
                <a:spcPct val="100000"/>
              </a:lnSpc>
              <a:spcBef>
                <a:spcPts val="0"/>
              </a:spcBef>
              <a:buNone/>
              <a:defRPr b="0" i="0" sz="1000" u="none" cap="none" strike="noStrike">
                <a:solidFill>
                  <a:srgbClr val="595959"/>
                </a:solidFill>
                <a:latin typeface="Catamaran"/>
                <a:ea typeface="Catamaran"/>
                <a:cs typeface="Catamaran"/>
                <a:sym typeface="Catamaran"/>
              </a:defRPr>
            </a:lvl7pPr>
            <a:lvl8pPr indent="0" lvl="7" marL="0" marR="0" rtl="0" algn="r">
              <a:lnSpc>
                <a:spcPct val="100000"/>
              </a:lnSpc>
              <a:spcBef>
                <a:spcPts val="0"/>
              </a:spcBef>
              <a:buNone/>
              <a:defRPr b="0" i="0" sz="1000" u="none" cap="none" strike="noStrike">
                <a:solidFill>
                  <a:srgbClr val="595959"/>
                </a:solidFill>
                <a:latin typeface="Catamaran"/>
                <a:ea typeface="Catamaran"/>
                <a:cs typeface="Catamaran"/>
                <a:sym typeface="Catamaran"/>
              </a:defRPr>
            </a:lvl8pPr>
            <a:lvl9pPr indent="0" lvl="8" marL="0" marR="0" rtl="0" algn="r">
              <a:lnSpc>
                <a:spcPct val="100000"/>
              </a:lnSpc>
              <a:spcBef>
                <a:spcPts val="0"/>
              </a:spcBef>
              <a:buNone/>
              <a:defRPr b="0" i="0" sz="1000" u="none" cap="none" strike="noStrike">
                <a:solidFill>
                  <a:srgbClr val="595959"/>
                </a:solidFill>
                <a:latin typeface="Catamaran"/>
                <a:ea typeface="Catamaran"/>
                <a:cs typeface="Catamaran"/>
                <a:sym typeface="Catamaran"/>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
        <p:nvSpPr>
          <p:cNvPr id="134" name="Google Shape;134;p27"/>
          <p:cNvSpPr/>
          <p:nvPr/>
        </p:nvSpPr>
        <p:spPr>
          <a:xfrm>
            <a:off x="0" y="4129920"/>
            <a:ext cx="1326960" cy="1013400"/>
          </a:xfrm>
          <a:prstGeom prst="rtTriangle">
            <a:avLst/>
          </a:prstGeom>
          <a:solidFill>
            <a:srgbClr val="6F0A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5" name="Google Shape;135;p27"/>
          <p:cNvPicPr preferRelativeResize="0"/>
          <p:nvPr/>
        </p:nvPicPr>
        <p:blipFill rotWithShape="1">
          <a:blip r:embed="rId1">
            <a:alphaModFix/>
          </a:blip>
          <a:srcRect b="16522" l="7087" r="9620" t="14915"/>
          <a:stretch/>
        </p:blipFill>
        <p:spPr>
          <a:xfrm>
            <a:off x="99720" y="4626360"/>
            <a:ext cx="505440" cy="487440"/>
          </a:xfrm>
          <a:prstGeom prst="rect">
            <a:avLst/>
          </a:prstGeom>
          <a:noFill/>
          <a:ln>
            <a:noFill/>
          </a:ln>
        </p:spPr>
      </p:pic>
      <p:sp>
        <p:nvSpPr>
          <p:cNvPr id="136" name="Google Shape;136;p27"/>
          <p:cNvSpPr/>
          <p:nvPr/>
        </p:nvSpPr>
        <p:spPr>
          <a:xfrm flipH="1" rot="10800000">
            <a:off x="802080" y="780120"/>
            <a:ext cx="372600" cy="45720"/>
          </a:xfrm>
          <a:prstGeom prst="rect">
            <a:avLst/>
          </a:prstGeom>
          <a:solidFill>
            <a:srgbClr val="00677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27"/>
          <p:cNvSpPr/>
          <p:nvPr/>
        </p:nvSpPr>
        <p:spPr>
          <a:xfrm flipH="1" rot="10800000">
            <a:off x="1175040" y="780120"/>
            <a:ext cx="372600" cy="45720"/>
          </a:xfrm>
          <a:prstGeom prst="rect">
            <a:avLst/>
          </a:prstGeom>
          <a:solidFill>
            <a:srgbClr val="6F0A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 accent1="accent1" accent2="accent2" accent3="accent3" accent4="accent4" accent5="accent5" accent6="accent6" bg1="lt1" bg2="dk2" tx1="dk1" tx2="lt2" folHlink="folHlink" hlink="hlink"/>
  <p:sldLayoutIdLst>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 id="2147483683" r:id="rId13"/>
  </p:sldLayoutIdLst>
  <p:transition spd="med">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6.xml"/><Relationship Id="rId3" Type="http://schemas.openxmlformats.org/officeDocument/2006/relationships/image" Target="../media/image9.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7.xml"/><Relationship Id="rId3"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8.gi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0.xml"/><Relationship Id="rId3"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1.xml"/><Relationship Id="rId3"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2.xml"/><Relationship Id="rId3"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3.xml"/><Relationship Id="rId3"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4.xml"/><Relationship Id="rId3" Type="http://schemas.openxmlformats.org/officeDocument/2006/relationships/image" Target="../media/image12.png"/><Relationship Id="rId4" Type="http://schemas.openxmlformats.org/officeDocument/2006/relationships/image" Target="../media/image10.png"/><Relationship Id="rId5"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5.xml"/><Relationship Id="rId3"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6.xml"/><Relationship Id="rId3"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hyperlink" Target="https://visualanalyticsprojectradviz.netlify.app/"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40"/>
          <p:cNvSpPr txBox="1"/>
          <p:nvPr/>
        </p:nvSpPr>
        <p:spPr>
          <a:xfrm>
            <a:off x="692000" y="1130100"/>
            <a:ext cx="7687800" cy="4013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US" sz="3200">
                <a:solidFill>
                  <a:srgbClr val="CE181E"/>
                </a:solidFill>
                <a:latin typeface="Catamaran"/>
                <a:ea typeface="Catamaran"/>
                <a:cs typeface="Catamaran"/>
                <a:sym typeface="Catamaran"/>
              </a:rPr>
              <a:t>OmniViz: A Unified Dashboard for Multivariate Data Analysis</a:t>
            </a:r>
            <a:r>
              <a:rPr b="1" i="0" lang="en-US" sz="3200" u="none" cap="none" strike="noStrike">
                <a:solidFill>
                  <a:srgbClr val="CE181E"/>
                </a:solidFill>
                <a:latin typeface="Catamaran"/>
                <a:ea typeface="Catamaran"/>
                <a:cs typeface="Catamaran"/>
                <a:sym typeface="Catamaran"/>
              </a:rPr>
              <a:t>  </a:t>
            </a:r>
            <a:endParaRPr b="1" i="0" sz="3200" u="none" cap="none" strike="noStrike">
              <a:solidFill>
                <a:srgbClr val="CE181E"/>
              </a:solidFill>
              <a:latin typeface="Catamaran"/>
              <a:ea typeface="Catamaran"/>
              <a:cs typeface="Catamaran"/>
              <a:sym typeface="Catamaran"/>
            </a:endParaRPr>
          </a:p>
          <a:p>
            <a:pPr indent="0" lvl="0" marL="0" marR="0" rtl="0" algn="l">
              <a:lnSpc>
                <a:spcPct val="100000"/>
              </a:lnSpc>
              <a:spcBef>
                <a:spcPts val="0"/>
              </a:spcBef>
              <a:spcAft>
                <a:spcPts val="0"/>
              </a:spcAft>
              <a:buNone/>
            </a:pPr>
            <a:r>
              <a:t/>
            </a:r>
            <a:endParaRPr b="1" sz="3200">
              <a:solidFill>
                <a:srgbClr val="CE181E"/>
              </a:solidFill>
              <a:latin typeface="Catamaran"/>
              <a:ea typeface="Catamaran"/>
              <a:cs typeface="Catamaran"/>
              <a:sym typeface="Catamaran"/>
            </a:endParaRPr>
          </a:p>
          <a:p>
            <a:pPr indent="0" lvl="0" marL="0" rtl="0" algn="l">
              <a:spcBef>
                <a:spcPts val="0"/>
              </a:spcBef>
              <a:spcAft>
                <a:spcPts val="0"/>
              </a:spcAft>
              <a:buNone/>
            </a:pPr>
            <a:r>
              <a:t/>
            </a:r>
            <a:endParaRPr sz="1600">
              <a:solidFill>
                <a:srgbClr val="595959"/>
              </a:solidFill>
              <a:latin typeface="Catamaran"/>
              <a:ea typeface="Catamaran"/>
              <a:cs typeface="Catamaran"/>
              <a:sym typeface="Catamaran"/>
            </a:endParaRPr>
          </a:p>
          <a:p>
            <a:pPr indent="0" lvl="0" marL="0" rtl="0" algn="l">
              <a:spcBef>
                <a:spcPts val="0"/>
              </a:spcBef>
              <a:spcAft>
                <a:spcPts val="0"/>
              </a:spcAft>
              <a:buNone/>
            </a:pPr>
            <a:r>
              <a:rPr lang="en-US" sz="1600">
                <a:solidFill>
                  <a:srgbClr val="595959"/>
                </a:solidFill>
                <a:latin typeface="Catamaran"/>
                <a:ea typeface="Catamaran"/>
                <a:cs typeface="Catamaran"/>
                <a:sym typeface="Catamaran"/>
              </a:rPr>
              <a:t>Giuseppe Fosci - 1855832</a:t>
            </a:r>
            <a:endParaRPr sz="1600">
              <a:solidFill>
                <a:srgbClr val="595959"/>
              </a:solidFill>
              <a:latin typeface="Catamaran"/>
              <a:ea typeface="Catamaran"/>
              <a:cs typeface="Catamaran"/>
              <a:sym typeface="Catamaran"/>
            </a:endParaRPr>
          </a:p>
          <a:p>
            <a:pPr indent="0" lvl="0" marL="0" rtl="0" algn="l">
              <a:spcBef>
                <a:spcPts val="0"/>
              </a:spcBef>
              <a:spcAft>
                <a:spcPts val="0"/>
              </a:spcAft>
              <a:buClr>
                <a:schemeClr val="dk1"/>
              </a:buClr>
              <a:buFont typeface="Arial"/>
              <a:buNone/>
            </a:pPr>
            <a:r>
              <a:rPr lang="en-US" sz="1600">
                <a:solidFill>
                  <a:srgbClr val="595959"/>
                </a:solidFill>
                <a:latin typeface="Catamaran"/>
                <a:ea typeface="Catamaran"/>
                <a:cs typeface="Catamaran"/>
                <a:sym typeface="Catamaran"/>
              </a:rPr>
              <a:t> </a:t>
            </a:r>
            <a:endParaRPr sz="1600">
              <a:solidFill>
                <a:srgbClr val="595959"/>
              </a:solidFill>
              <a:latin typeface="Catamaran"/>
              <a:ea typeface="Catamaran"/>
              <a:cs typeface="Catamaran"/>
              <a:sym typeface="Catamaran"/>
            </a:endParaRPr>
          </a:p>
          <a:p>
            <a:pPr indent="0" lvl="0" marL="0" rtl="0" algn="l">
              <a:spcBef>
                <a:spcPts val="0"/>
              </a:spcBef>
              <a:spcAft>
                <a:spcPts val="0"/>
              </a:spcAft>
              <a:buNone/>
            </a:pPr>
            <a:r>
              <a:rPr lang="en-US" sz="1600">
                <a:solidFill>
                  <a:srgbClr val="595959"/>
                </a:solidFill>
                <a:latin typeface="Catamaran"/>
                <a:ea typeface="Catamaran"/>
                <a:cs typeface="Catamaran"/>
                <a:sym typeface="Catamaran"/>
              </a:rPr>
              <a:t>Emilio Martino - 1715650</a:t>
            </a:r>
            <a:endParaRPr sz="1600">
              <a:solidFill>
                <a:srgbClr val="595959"/>
              </a:solidFill>
              <a:latin typeface="Catamaran"/>
              <a:ea typeface="Catamaran"/>
              <a:cs typeface="Catamaran"/>
              <a:sym typeface="Catamaran"/>
            </a:endParaRPr>
          </a:p>
          <a:p>
            <a:pPr indent="0" lvl="0" marL="0" rtl="0" algn="l">
              <a:spcBef>
                <a:spcPts val="0"/>
              </a:spcBef>
              <a:spcAft>
                <a:spcPts val="0"/>
              </a:spcAft>
              <a:buClr>
                <a:schemeClr val="dk1"/>
              </a:buClr>
              <a:buFont typeface="Arial"/>
              <a:buNone/>
            </a:pPr>
            <a:r>
              <a:rPr lang="en-US" sz="1600">
                <a:solidFill>
                  <a:srgbClr val="595959"/>
                </a:solidFill>
                <a:latin typeface="Catamaran"/>
                <a:ea typeface="Catamaran"/>
                <a:cs typeface="Catamaran"/>
                <a:sym typeface="Catamaran"/>
              </a:rPr>
              <a:t> </a:t>
            </a:r>
            <a:endParaRPr sz="1600">
              <a:solidFill>
                <a:srgbClr val="595959"/>
              </a:solidFill>
              <a:latin typeface="Catamaran"/>
              <a:ea typeface="Catamaran"/>
              <a:cs typeface="Catamaran"/>
              <a:sym typeface="Catamaran"/>
            </a:endParaRPr>
          </a:p>
          <a:p>
            <a:pPr indent="0" lvl="0" marL="0" rtl="0" algn="l">
              <a:spcBef>
                <a:spcPts val="0"/>
              </a:spcBef>
              <a:spcAft>
                <a:spcPts val="0"/>
              </a:spcAft>
              <a:buNone/>
            </a:pPr>
            <a:r>
              <a:rPr lang="en-US" sz="1600">
                <a:solidFill>
                  <a:srgbClr val="595959"/>
                </a:solidFill>
                <a:latin typeface="Catamaran"/>
                <a:ea typeface="Catamaran"/>
                <a:cs typeface="Catamaran"/>
                <a:sym typeface="Catamaran"/>
              </a:rPr>
              <a:t>Alessio Rago - 1840854</a:t>
            </a:r>
            <a:endParaRPr sz="1600">
              <a:solidFill>
                <a:srgbClr val="595959"/>
              </a:solidFill>
              <a:latin typeface="Catamaran"/>
              <a:ea typeface="Catamaran"/>
              <a:cs typeface="Catamaran"/>
              <a:sym typeface="Catamaran"/>
            </a:endParaRPr>
          </a:p>
          <a:p>
            <a:pPr indent="0" lvl="0" marL="0" rtl="0" algn="l">
              <a:spcBef>
                <a:spcPts val="0"/>
              </a:spcBef>
              <a:spcAft>
                <a:spcPts val="0"/>
              </a:spcAft>
              <a:buNone/>
            </a:pPr>
            <a:r>
              <a:t/>
            </a:r>
            <a:endParaRPr sz="1600">
              <a:solidFill>
                <a:srgbClr val="595959"/>
              </a:solidFill>
              <a:latin typeface="Catamaran"/>
              <a:ea typeface="Catamaran"/>
              <a:cs typeface="Catamaran"/>
              <a:sym typeface="Catamaran"/>
            </a:endParaRPr>
          </a:p>
          <a:p>
            <a:pPr indent="0" lvl="0" marL="0" rtl="0" algn="l">
              <a:spcBef>
                <a:spcPts val="0"/>
              </a:spcBef>
              <a:spcAft>
                <a:spcPts val="0"/>
              </a:spcAft>
              <a:buNone/>
            </a:pPr>
            <a:r>
              <a:t/>
            </a:r>
            <a:endParaRPr sz="1200">
              <a:solidFill>
                <a:srgbClr val="595959"/>
              </a:solidFill>
              <a:latin typeface="Catamaran"/>
              <a:ea typeface="Catamaran"/>
              <a:cs typeface="Catamaran"/>
              <a:sym typeface="Catamaran"/>
            </a:endParaRPr>
          </a:p>
          <a:p>
            <a:pPr indent="0" lvl="0" marL="0" rtl="0" algn="l">
              <a:spcBef>
                <a:spcPts val="0"/>
              </a:spcBef>
              <a:spcAft>
                <a:spcPts val="0"/>
              </a:spcAft>
              <a:buNone/>
            </a:pPr>
            <a:r>
              <a:rPr lang="en-US" sz="1600">
                <a:solidFill>
                  <a:srgbClr val="595959"/>
                </a:solidFill>
                <a:latin typeface="Catamaran"/>
                <a:ea typeface="Catamaran"/>
                <a:cs typeface="Catamaran"/>
                <a:sym typeface="Catamaran"/>
              </a:rPr>
              <a:t>Visual Analytics – Project Presentation</a:t>
            </a:r>
            <a:br>
              <a:rPr lang="en-US" sz="1800">
                <a:solidFill>
                  <a:schemeClr val="dk1"/>
                </a:solidFill>
              </a:rPr>
            </a:br>
            <a:r>
              <a:rPr lang="en-US" sz="1600">
                <a:solidFill>
                  <a:srgbClr val="595959"/>
                </a:solidFill>
                <a:latin typeface="Catamaran"/>
                <a:ea typeface="Catamaran"/>
                <a:cs typeface="Catamaran"/>
                <a:sym typeface="Catamaran"/>
              </a:rPr>
              <a:t>Sapienza University of Rome</a:t>
            </a:r>
            <a:endParaRPr sz="1600">
              <a:solidFill>
                <a:schemeClr val="dk1"/>
              </a:solidFill>
            </a:endParaRPr>
          </a:p>
          <a:p>
            <a:pPr indent="0" lvl="0" marL="0" rtl="0" algn="l">
              <a:spcBef>
                <a:spcPts val="0"/>
              </a:spcBef>
              <a:spcAft>
                <a:spcPts val="0"/>
              </a:spcAft>
              <a:buClr>
                <a:schemeClr val="dk1"/>
              </a:buClr>
              <a:buFont typeface="Arial"/>
              <a:buNone/>
            </a:pPr>
            <a:r>
              <a:t/>
            </a:r>
            <a:endParaRPr sz="1600">
              <a:solidFill>
                <a:srgbClr val="595959"/>
              </a:solidFill>
              <a:latin typeface="Catamaran"/>
              <a:ea typeface="Catamaran"/>
              <a:cs typeface="Catamaran"/>
              <a:sym typeface="Catamaran"/>
            </a:endParaRPr>
          </a:p>
          <a:p>
            <a:pPr indent="0" lvl="0" marL="0" marR="0" rtl="0" algn="l">
              <a:lnSpc>
                <a:spcPct val="100000"/>
              </a:lnSpc>
              <a:spcBef>
                <a:spcPts val="0"/>
              </a:spcBef>
              <a:spcAft>
                <a:spcPts val="0"/>
              </a:spcAft>
              <a:buNone/>
            </a:pPr>
            <a:r>
              <a:t/>
            </a:r>
            <a:endParaRPr b="1" sz="3200">
              <a:solidFill>
                <a:srgbClr val="CE181E"/>
              </a:solidFill>
              <a:latin typeface="Catamaran"/>
              <a:ea typeface="Catamaran"/>
              <a:cs typeface="Catamaran"/>
              <a:sym typeface="Catamaran"/>
            </a:endParaRPr>
          </a:p>
          <a:p>
            <a:pPr indent="0" lvl="0" marL="0" marR="0" rtl="0" algn="l">
              <a:lnSpc>
                <a:spcPct val="100000"/>
              </a:lnSpc>
              <a:spcBef>
                <a:spcPts val="0"/>
              </a:spcBef>
              <a:spcAft>
                <a:spcPts val="0"/>
              </a:spcAft>
              <a:buNone/>
            </a:pPr>
            <a:r>
              <a:t/>
            </a:r>
            <a:endParaRPr b="1" sz="3200">
              <a:solidFill>
                <a:srgbClr val="CE181E"/>
              </a:solidFill>
              <a:latin typeface="Catamaran"/>
              <a:ea typeface="Catamaran"/>
              <a:cs typeface="Catamaran"/>
              <a:sym typeface="Catamaran"/>
            </a:endParaRPr>
          </a:p>
          <a:p>
            <a:pPr indent="0" lvl="0" marL="0" marR="0" rtl="0" algn="l">
              <a:lnSpc>
                <a:spcPct val="100000"/>
              </a:lnSpc>
              <a:spcBef>
                <a:spcPts val="0"/>
              </a:spcBef>
              <a:spcAft>
                <a:spcPts val="0"/>
              </a:spcAft>
              <a:buNone/>
            </a:pPr>
            <a:r>
              <a:t/>
            </a:r>
            <a:endParaRPr b="1" sz="3200">
              <a:solidFill>
                <a:srgbClr val="CE181E"/>
              </a:solidFill>
              <a:latin typeface="Catamaran"/>
              <a:ea typeface="Catamaran"/>
              <a:cs typeface="Catamaran"/>
              <a:sym typeface="Catamaran"/>
            </a:endParaRPr>
          </a:p>
          <a:p>
            <a:pPr indent="0" lvl="0" marL="457200" rtl="0" algn="l">
              <a:lnSpc>
                <a:spcPct val="115000"/>
              </a:lnSpc>
              <a:spcBef>
                <a:spcPts val="1300"/>
              </a:spcBef>
              <a:spcAft>
                <a:spcPts val="0"/>
              </a:spcAft>
              <a:buNone/>
            </a:pPr>
            <a:r>
              <a:t/>
            </a:r>
            <a:endParaRPr sz="1200">
              <a:solidFill>
                <a:srgbClr val="404040"/>
              </a:solidFill>
              <a:highlight>
                <a:srgbClr val="FFFFFF"/>
              </a:highlight>
              <a:latin typeface="Roboto"/>
              <a:ea typeface="Roboto"/>
              <a:cs typeface="Roboto"/>
              <a:sym typeface="Roboto"/>
            </a:endParaRPr>
          </a:p>
          <a:p>
            <a:pPr indent="0" lvl="0" marL="457200" rtl="0" algn="l">
              <a:lnSpc>
                <a:spcPct val="115000"/>
              </a:lnSpc>
              <a:spcBef>
                <a:spcPts val="1300"/>
              </a:spcBef>
              <a:spcAft>
                <a:spcPts val="0"/>
              </a:spcAft>
              <a:buNone/>
            </a:pPr>
            <a:r>
              <a:t/>
            </a:r>
            <a:endParaRPr sz="1200">
              <a:solidFill>
                <a:srgbClr val="404040"/>
              </a:solidFill>
              <a:highlight>
                <a:srgbClr val="FFFFFF"/>
              </a:highlight>
              <a:latin typeface="Roboto"/>
              <a:ea typeface="Roboto"/>
              <a:cs typeface="Roboto"/>
              <a:sym typeface="Roboto"/>
            </a:endParaRPr>
          </a:p>
          <a:p>
            <a:pPr indent="0" lvl="0" marL="0" marR="0" rtl="0" algn="l">
              <a:lnSpc>
                <a:spcPct val="100000"/>
              </a:lnSpc>
              <a:spcBef>
                <a:spcPts val="1000"/>
              </a:spcBef>
              <a:spcAft>
                <a:spcPts val="0"/>
              </a:spcAft>
              <a:buNone/>
            </a:pPr>
            <a:r>
              <a:t/>
            </a:r>
            <a:endParaRPr b="1" sz="3200">
              <a:solidFill>
                <a:srgbClr val="CE181E"/>
              </a:solidFill>
              <a:latin typeface="Catamaran"/>
              <a:ea typeface="Catamaran"/>
              <a:cs typeface="Catamaran"/>
              <a:sym typeface="Catamaran"/>
            </a:endParaRPr>
          </a:p>
        </p:txBody>
      </p:sp>
    </p:spTree>
  </p:cSld>
  <p:clrMapOvr>
    <a:masterClrMapping/>
  </p:clrMapOvr>
  <mc:AlternateContent>
    <mc:Choice Requires="p14">
      <p:transition spd="med">
        <p14:gallery dir="l"/>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41"/>
          <p:cNvSpPr txBox="1"/>
          <p:nvPr/>
        </p:nvSpPr>
        <p:spPr>
          <a:xfrm>
            <a:off x="8536320" y="4749840"/>
            <a:ext cx="548280" cy="39312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None/>
            </a:pPr>
            <a:fld id="{00000000-1234-1234-1234-123412341234}" type="slidenum">
              <a:rPr b="0" i="0" lang="en-US" sz="1000" u="none" cap="none" strike="noStrike">
                <a:solidFill>
                  <a:srgbClr val="595959"/>
                </a:solidFill>
                <a:latin typeface="Catamaran"/>
                <a:ea typeface="Catamaran"/>
                <a:cs typeface="Catamaran"/>
                <a:sym typeface="Catamaran"/>
              </a:rPr>
              <a:t>‹#›</a:t>
            </a:fld>
            <a:endParaRPr b="0" i="0" sz="1000" u="none" cap="none" strike="noStrike">
              <a:latin typeface="Times New Roman"/>
              <a:ea typeface="Times New Roman"/>
              <a:cs typeface="Times New Roman"/>
              <a:sym typeface="Times New Roman"/>
            </a:endParaRPr>
          </a:p>
        </p:txBody>
      </p:sp>
      <p:sp>
        <p:nvSpPr>
          <p:cNvPr id="196" name="Google Shape;196;p41"/>
          <p:cNvSpPr txBox="1"/>
          <p:nvPr/>
        </p:nvSpPr>
        <p:spPr>
          <a:xfrm>
            <a:off x="727560" y="861840"/>
            <a:ext cx="7688520" cy="53496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0" lang="en-US" sz="2800" u="sng" cap="none" strike="noStrike">
                <a:solidFill>
                  <a:srgbClr val="000000"/>
                </a:solidFill>
                <a:latin typeface="Catamaran"/>
                <a:ea typeface="Catamaran"/>
                <a:cs typeface="Catamaran"/>
                <a:sym typeface="Catamaran"/>
              </a:rPr>
              <a:t>Table of contents</a:t>
            </a:r>
            <a:endParaRPr b="0" i="0" sz="2800" u="none" cap="none" strike="noStrike">
              <a:solidFill>
                <a:srgbClr val="000000"/>
              </a:solidFill>
              <a:latin typeface="Arial"/>
              <a:ea typeface="Arial"/>
              <a:cs typeface="Arial"/>
              <a:sym typeface="Arial"/>
            </a:endParaRPr>
          </a:p>
        </p:txBody>
      </p:sp>
      <p:sp>
        <p:nvSpPr>
          <p:cNvPr id="197" name="Google Shape;197;p41"/>
          <p:cNvSpPr/>
          <p:nvPr/>
        </p:nvSpPr>
        <p:spPr>
          <a:xfrm>
            <a:off x="1583640" y="1983240"/>
            <a:ext cx="2140920" cy="84096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n-US" sz="2200" u="none" cap="none" strike="noStrike">
                <a:solidFill>
                  <a:srgbClr val="CE181E"/>
                </a:solidFill>
                <a:latin typeface="Catamaran"/>
                <a:ea typeface="Catamaran"/>
                <a:cs typeface="Catamaran"/>
                <a:sym typeface="Catamaran"/>
              </a:rPr>
              <a:t>Introduction</a:t>
            </a:r>
            <a:endParaRPr b="0" i="0" sz="2200" u="none" cap="none" strike="noStrike">
              <a:latin typeface="Arial"/>
              <a:ea typeface="Arial"/>
              <a:cs typeface="Arial"/>
              <a:sym typeface="Arial"/>
            </a:endParaRPr>
          </a:p>
        </p:txBody>
      </p:sp>
      <p:sp>
        <p:nvSpPr>
          <p:cNvPr id="198" name="Google Shape;198;p41"/>
          <p:cNvSpPr/>
          <p:nvPr/>
        </p:nvSpPr>
        <p:spPr>
          <a:xfrm>
            <a:off x="5402880" y="1983240"/>
            <a:ext cx="2519640" cy="84096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n-US" sz="2200" u="none" cap="none" strike="noStrike">
                <a:solidFill>
                  <a:srgbClr val="CE181E"/>
                </a:solidFill>
                <a:latin typeface="Catamaran"/>
                <a:ea typeface="Catamaran"/>
                <a:cs typeface="Catamaran"/>
                <a:sym typeface="Catamaran"/>
              </a:rPr>
              <a:t>Related Works</a:t>
            </a:r>
            <a:endParaRPr b="0" i="0" sz="2200" u="none" cap="none" strike="noStrike">
              <a:latin typeface="Arial"/>
              <a:ea typeface="Arial"/>
              <a:cs typeface="Arial"/>
              <a:sym typeface="Arial"/>
            </a:endParaRPr>
          </a:p>
        </p:txBody>
      </p:sp>
      <p:sp>
        <p:nvSpPr>
          <p:cNvPr id="199" name="Google Shape;199;p41"/>
          <p:cNvSpPr/>
          <p:nvPr/>
        </p:nvSpPr>
        <p:spPr>
          <a:xfrm>
            <a:off x="1583640" y="2937960"/>
            <a:ext cx="2140920" cy="84096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n-US" sz="2200" u="none" cap="none" strike="noStrike">
                <a:solidFill>
                  <a:srgbClr val="CE181E"/>
                </a:solidFill>
                <a:latin typeface="Catamaran"/>
                <a:ea typeface="Catamaran"/>
                <a:cs typeface="Catamaran"/>
                <a:sym typeface="Catamaran"/>
              </a:rPr>
              <a:t>Dataset</a:t>
            </a:r>
            <a:endParaRPr b="0" i="0" sz="2200" u="none" cap="none" strike="noStrike">
              <a:latin typeface="Arial"/>
              <a:ea typeface="Arial"/>
              <a:cs typeface="Arial"/>
              <a:sym typeface="Arial"/>
            </a:endParaRPr>
          </a:p>
        </p:txBody>
      </p:sp>
      <p:sp>
        <p:nvSpPr>
          <p:cNvPr id="200" name="Google Shape;200;p41"/>
          <p:cNvSpPr/>
          <p:nvPr/>
        </p:nvSpPr>
        <p:spPr>
          <a:xfrm>
            <a:off x="5402880" y="2937960"/>
            <a:ext cx="2388960" cy="84096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n-US" sz="2200" u="none" cap="none" strike="noStrike">
                <a:solidFill>
                  <a:srgbClr val="CE181E"/>
                </a:solidFill>
                <a:latin typeface="Catamaran"/>
                <a:ea typeface="Catamaran"/>
                <a:cs typeface="Catamaran"/>
                <a:sym typeface="Catamaran"/>
              </a:rPr>
              <a:t>Visualizations</a:t>
            </a:r>
            <a:endParaRPr b="0" i="0" sz="2200" u="none" cap="none" strike="noStrike">
              <a:latin typeface="Arial"/>
              <a:ea typeface="Arial"/>
              <a:cs typeface="Arial"/>
              <a:sym typeface="Arial"/>
            </a:endParaRPr>
          </a:p>
        </p:txBody>
      </p:sp>
      <p:sp>
        <p:nvSpPr>
          <p:cNvPr id="201" name="Google Shape;201;p41"/>
          <p:cNvSpPr/>
          <p:nvPr/>
        </p:nvSpPr>
        <p:spPr>
          <a:xfrm>
            <a:off x="1583640" y="3875400"/>
            <a:ext cx="2140920" cy="84096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n-US" sz="2200" u="none" cap="none" strike="noStrike">
                <a:solidFill>
                  <a:srgbClr val="CE181E"/>
                </a:solidFill>
                <a:latin typeface="Catamaran"/>
                <a:ea typeface="Catamaran"/>
                <a:cs typeface="Catamaran"/>
                <a:sym typeface="Catamaran"/>
              </a:rPr>
              <a:t>Insight</a:t>
            </a:r>
            <a:endParaRPr b="0" i="0" sz="2200" u="none" cap="none" strike="noStrike">
              <a:latin typeface="Arial"/>
              <a:ea typeface="Arial"/>
              <a:cs typeface="Arial"/>
              <a:sym typeface="Arial"/>
            </a:endParaRPr>
          </a:p>
        </p:txBody>
      </p:sp>
      <p:sp>
        <p:nvSpPr>
          <p:cNvPr id="202" name="Google Shape;202;p41"/>
          <p:cNvSpPr/>
          <p:nvPr/>
        </p:nvSpPr>
        <p:spPr>
          <a:xfrm>
            <a:off x="5402880" y="3875400"/>
            <a:ext cx="2140920" cy="84096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n-US" sz="2200" u="none" cap="none" strike="noStrike">
                <a:solidFill>
                  <a:srgbClr val="CE181E"/>
                </a:solidFill>
                <a:latin typeface="Catamaran"/>
                <a:ea typeface="Catamaran"/>
                <a:cs typeface="Catamaran"/>
                <a:sym typeface="Catamaran"/>
              </a:rPr>
              <a:t>Live Demo</a:t>
            </a:r>
            <a:endParaRPr b="0" i="0" sz="2200" u="none" cap="none" strike="noStrike">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42"/>
          <p:cNvSpPr txBox="1"/>
          <p:nvPr/>
        </p:nvSpPr>
        <p:spPr>
          <a:xfrm>
            <a:off x="720000" y="720000"/>
            <a:ext cx="7688520" cy="53496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0" lang="en-US" sz="2200" u="none" cap="none" strike="noStrike">
                <a:solidFill>
                  <a:srgbClr val="BA131A"/>
                </a:solidFill>
                <a:latin typeface="Catamaran"/>
                <a:ea typeface="Catamaran"/>
                <a:cs typeface="Catamaran"/>
                <a:sym typeface="Catamaran"/>
              </a:rPr>
              <a:t>Introduction</a:t>
            </a:r>
            <a:endParaRPr b="0" i="0" sz="2200" u="none" cap="none" strike="noStrike">
              <a:solidFill>
                <a:srgbClr val="000000"/>
              </a:solidFill>
              <a:latin typeface="Arial"/>
              <a:ea typeface="Arial"/>
              <a:cs typeface="Arial"/>
              <a:sym typeface="Arial"/>
            </a:endParaRPr>
          </a:p>
        </p:txBody>
      </p:sp>
      <p:sp>
        <p:nvSpPr>
          <p:cNvPr id="208" name="Google Shape;208;p42"/>
          <p:cNvSpPr txBox="1"/>
          <p:nvPr/>
        </p:nvSpPr>
        <p:spPr>
          <a:xfrm>
            <a:off x="735480" y="1051200"/>
            <a:ext cx="7688520" cy="460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b="0" i="1" lang="en-US" sz="1400" u="none" cap="none" strike="noStrike">
                <a:solidFill>
                  <a:srgbClr val="595959"/>
                </a:solidFill>
                <a:latin typeface="Catamaran"/>
                <a:ea typeface="Catamaran"/>
                <a:cs typeface="Catamaran"/>
                <a:sym typeface="Catamaran"/>
              </a:rPr>
              <a:t>HDI overview</a:t>
            </a:r>
            <a:endParaRPr b="0" i="0" sz="1400" u="none" cap="none" strike="noStrike">
              <a:solidFill>
                <a:srgbClr val="000000"/>
              </a:solidFill>
              <a:latin typeface="Arial"/>
              <a:ea typeface="Arial"/>
              <a:cs typeface="Arial"/>
              <a:sym typeface="Arial"/>
            </a:endParaRPr>
          </a:p>
        </p:txBody>
      </p:sp>
      <p:sp>
        <p:nvSpPr>
          <p:cNvPr id="209" name="Google Shape;209;p42"/>
          <p:cNvSpPr txBox="1"/>
          <p:nvPr/>
        </p:nvSpPr>
        <p:spPr>
          <a:xfrm>
            <a:off x="8536320" y="4749840"/>
            <a:ext cx="548280" cy="39312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None/>
            </a:pPr>
            <a:fld id="{00000000-1234-1234-1234-123412341234}" type="slidenum">
              <a:rPr b="0" i="0" lang="en-US" sz="1000" u="none" cap="none" strike="noStrike">
                <a:solidFill>
                  <a:srgbClr val="595959"/>
                </a:solidFill>
                <a:latin typeface="Catamaran"/>
                <a:ea typeface="Catamaran"/>
                <a:cs typeface="Catamaran"/>
                <a:sym typeface="Catamaran"/>
              </a:rPr>
              <a:t>‹#›</a:t>
            </a:fld>
            <a:endParaRPr b="0" i="0" sz="1000" u="none" cap="none" strike="noStrike">
              <a:latin typeface="Times New Roman"/>
              <a:ea typeface="Times New Roman"/>
              <a:cs typeface="Times New Roman"/>
              <a:sym typeface="Times New Roman"/>
            </a:endParaRPr>
          </a:p>
        </p:txBody>
      </p:sp>
      <p:sp>
        <p:nvSpPr>
          <p:cNvPr id="210" name="Google Shape;210;p42"/>
          <p:cNvSpPr txBox="1"/>
          <p:nvPr/>
        </p:nvSpPr>
        <p:spPr>
          <a:xfrm>
            <a:off x="720360" y="1570680"/>
            <a:ext cx="7947360" cy="102132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0" i="0" lang="en-US" sz="1200" u="none" cap="none" strike="noStrike">
                <a:latin typeface="Arial"/>
                <a:ea typeface="Arial"/>
                <a:cs typeface="Arial"/>
                <a:sym typeface="Arial"/>
              </a:rPr>
              <a:t>This dashboard was created to allow comparison between different partitions of data between RadViz and different other types of graphs and through this comparison you can highlight the pros and cons of using RadViz depending on the size and variety of the data sets.</a:t>
            </a:r>
            <a:endParaRPr b="0" i="0" sz="1200" u="none" cap="none" strike="noStrike">
              <a:latin typeface="Arial"/>
              <a:ea typeface="Arial"/>
              <a:cs typeface="Arial"/>
              <a:sym typeface="Arial"/>
            </a:endParaRPr>
          </a:p>
          <a:p>
            <a:pPr indent="0" lvl="0" marL="0" marR="0" rtl="0" algn="l">
              <a:spcBef>
                <a:spcPts val="992"/>
              </a:spcBef>
              <a:spcAft>
                <a:spcPts val="0"/>
              </a:spcAft>
              <a:buNone/>
            </a:pPr>
            <a:r>
              <a:t/>
            </a:r>
            <a:endParaRPr b="0" sz="1200" strike="noStrike">
              <a:latin typeface="Arial"/>
              <a:ea typeface="Arial"/>
              <a:cs typeface="Arial"/>
              <a:sym typeface="Arial"/>
            </a:endParaRPr>
          </a:p>
        </p:txBody>
      </p:sp>
      <p:pic>
        <p:nvPicPr>
          <p:cNvPr id="211" name="Google Shape;211;p42" title="RadViz image.png"/>
          <p:cNvPicPr preferRelativeResize="0"/>
          <p:nvPr/>
        </p:nvPicPr>
        <p:blipFill>
          <a:blip r:embed="rId3">
            <a:alphaModFix/>
          </a:blip>
          <a:stretch>
            <a:fillRect/>
          </a:stretch>
        </p:blipFill>
        <p:spPr>
          <a:xfrm>
            <a:off x="1331925" y="2324300"/>
            <a:ext cx="6201134" cy="22467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43"/>
          <p:cNvSpPr txBox="1"/>
          <p:nvPr/>
        </p:nvSpPr>
        <p:spPr>
          <a:xfrm>
            <a:off x="720000" y="720000"/>
            <a:ext cx="7688520" cy="53496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US" sz="2200" strike="noStrike">
                <a:solidFill>
                  <a:srgbClr val="BA131A"/>
                </a:solidFill>
                <a:latin typeface="Catamaran"/>
                <a:ea typeface="Catamaran"/>
                <a:cs typeface="Catamaran"/>
                <a:sym typeface="Catamaran"/>
              </a:rPr>
              <a:t>Related Works</a:t>
            </a:r>
            <a:endParaRPr b="0" sz="2200" strike="noStrike">
              <a:solidFill>
                <a:srgbClr val="000000"/>
              </a:solidFill>
              <a:latin typeface="Arial"/>
              <a:ea typeface="Arial"/>
              <a:cs typeface="Arial"/>
              <a:sym typeface="Arial"/>
            </a:endParaRPr>
          </a:p>
        </p:txBody>
      </p:sp>
      <p:sp>
        <p:nvSpPr>
          <p:cNvPr id="217" name="Google Shape;217;p43"/>
          <p:cNvSpPr txBox="1"/>
          <p:nvPr/>
        </p:nvSpPr>
        <p:spPr>
          <a:xfrm>
            <a:off x="735480" y="1051200"/>
            <a:ext cx="7688520" cy="460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b="0" i="1" lang="en-US" sz="1400" strike="noStrike">
                <a:solidFill>
                  <a:srgbClr val="595959"/>
                </a:solidFill>
                <a:latin typeface="Catamaran"/>
                <a:ea typeface="Catamaran"/>
                <a:cs typeface="Catamaran"/>
                <a:sym typeface="Catamaran"/>
              </a:rPr>
              <a:t>Scientific papers related to</a:t>
            </a:r>
            <a:r>
              <a:rPr i="1" lang="en-US">
                <a:solidFill>
                  <a:srgbClr val="595959"/>
                </a:solidFill>
                <a:latin typeface="Catamaran"/>
                <a:ea typeface="Catamaran"/>
                <a:cs typeface="Catamaran"/>
                <a:sym typeface="Catamaran"/>
              </a:rPr>
              <a:t> RadViz</a:t>
            </a:r>
            <a:endParaRPr b="0" sz="1400" strike="noStrike">
              <a:solidFill>
                <a:srgbClr val="000000"/>
              </a:solidFill>
              <a:latin typeface="Arial"/>
              <a:ea typeface="Arial"/>
              <a:cs typeface="Arial"/>
              <a:sym typeface="Arial"/>
            </a:endParaRPr>
          </a:p>
        </p:txBody>
      </p:sp>
      <p:sp>
        <p:nvSpPr>
          <p:cNvPr id="218" name="Google Shape;218;p43"/>
          <p:cNvSpPr txBox="1"/>
          <p:nvPr/>
        </p:nvSpPr>
        <p:spPr>
          <a:xfrm>
            <a:off x="8536320" y="4749840"/>
            <a:ext cx="548280" cy="39312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None/>
            </a:pPr>
            <a:fld id="{00000000-1234-1234-1234-123412341234}" type="slidenum">
              <a:rPr b="0" lang="en-US" sz="1000" strike="noStrike">
                <a:solidFill>
                  <a:srgbClr val="595959"/>
                </a:solidFill>
                <a:latin typeface="Catamaran"/>
                <a:ea typeface="Catamaran"/>
                <a:cs typeface="Catamaran"/>
                <a:sym typeface="Catamaran"/>
              </a:rPr>
              <a:t>‹#›</a:t>
            </a:fld>
            <a:endParaRPr b="0" sz="1000" strike="noStrike">
              <a:latin typeface="Times New Roman"/>
              <a:ea typeface="Times New Roman"/>
              <a:cs typeface="Times New Roman"/>
              <a:sym typeface="Times New Roman"/>
            </a:endParaRPr>
          </a:p>
        </p:txBody>
      </p:sp>
      <p:sp>
        <p:nvSpPr>
          <p:cNvPr id="219" name="Google Shape;219;p43"/>
          <p:cNvSpPr txBox="1"/>
          <p:nvPr/>
        </p:nvSpPr>
        <p:spPr>
          <a:xfrm>
            <a:off x="356760" y="1664280"/>
            <a:ext cx="8176680" cy="2453400"/>
          </a:xfrm>
          <a:prstGeom prst="rect">
            <a:avLst/>
          </a:prstGeom>
          <a:noFill/>
          <a:ln>
            <a:noFill/>
          </a:ln>
        </p:spPr>
        <p:txBody>
          <a:bodyPr anchorCtr="0" anchor="t" bIns="91425" lIns="91425" spcFirstLastPara="1" rIns="91425" wrap="square" tIns="91425">
            <a:noAutofit/>
          </a:bodyPr>
          <a:lstStyle/>
          <a:p>
            <a:pPr indent="0" lvl="0" marL="457200" marR="0" rtl="0" algn="l">
              <a:lnSpc>
                <a:spcPct val="115000"/>
              </a:lnSpc>
              <a:spcBef>
                <a:spcPts val="0"/>
              </a:spcBef>
              <a:spcAft>
                <a:spcPts val="0"/>
              </a:spcAft>
              <a:buNone/>
            </a:pPr>
            <a:r>
              <a:rPr lang="en-US" sz="1100">
                <a:latin typeface="Catamaran"/>
                <a:ea typeface="Catamaran"/>
                <a:cs typeface="Catamaran"/>
                <a:sym typeface="Catamaran"/>
              </a:rPr>
              <a:t>This work is an implementation and practical demonstration of the concepts presented in the following research papers, which provided the theoretical foundation for the project:</a:t>
            </a:r>
            <a:endParaRPr sz="1100">
              <a:latin typeface="Catamaran"/>
              <a:ea typeface="Catamaran"/>
              <a:cs typeface="Catamaran"/>
              <a:sym typeface="Catamaran"/>
            </a:endParaRPr>
          </a:p>
          <a:p>
            <a:pPr indent="0" lvl="0" marL="457200" marR="0" rtl="0" algn="l">
              <a:lnSpc>
                <a:spcPct val="115000"/>
              </a:lnSpc>
              <a:spcBef>
                <a:spcPts val="0"/>
              </a:spcBef>
              <a:spcAft>
                <a:spcPts val="0"/>
              </a:spcAft>
              <a:buNone/>
            </a:pPr>
            <a:r>
              <a:t/>
            </a:r>
            <a:endParaRPr sz="1100">
              <a:latin typeface="Catamaran"/>
              <a:ea typeface="Catamaran"/>
              <a:cs typeface="Catamaran"/>
              <a:sym typeface="Catamaran"/>
            </a:endParaRPr>
          </a:p>
          <a:p>
            <a:pPr indent="-323999" lvl="0" marL="431999" marR="0" rtl="0" algn="l">
              <a:lnSpc>
                <a:spcPct val="115000"/>
              </a:lnSpc>
              <a:spcBef>
                <a:spcPts val="0"/>
              </a:spcBef>
              <a:spcAft>
                <a:spcPts val="0"/>
              </a:spcAft>
              <a:buClr>
                <a:srgbClr val="000000"/>
              </a:buClr>
              <a:buSzPts val="495"/>
              <a:buFont typeface="Noto Sans Symbols"/>
              <a:buChar char="●"/>
            </a:pPr>
            <a:r>
              <a:rPr b="1" i="1" lang="en-US" sz="1100" strike="noStrike">
                <a:solidFill>
                  <a:srgbClr val="000000"/>
                </a:solidFill>
                <a:latin typeface="Catamaran"/>
                <a:ea typeface="Catamaran"/>
                <a:cs typeface="Catamaran"/>
                <a:sym typeface="Catamaran"/>
              </a:rPr>
              <a:t>[1] </a:t>
            </a:r>
            <a:r>
              <a:rPr b="1" i="1" lang="en-US" sz="1100">
                <a:latin typeface="Catamaran"/>
                <a:ea typeface="Catamaran"/>
                <a:cs typeface="Catamaran"/>
                <a:sym typeface="Catamaran"/>
              </a:rPr>
              <a:t>“</a:t>
            </a:r>
            <a:r>
              <a:rPr b="1" i="1" lang="en-US" sz="1100">
                <a:latin typeface="Catamaran"/>
                <a:ea typeface="Catamaran"/>
                <a:cs typeface="Catamaran"/>
                <a:sym typeface="Catamaran"/>
              </a:rPr>
              <a:t>To RadViz or not to RadViz</a:t>
            </a:r>
            <a:r>
              <a:rPr b="1" i="1" lang="en-US" sz="1100" strike="noStrike">
                <a:solidFill>
                  <a:srgbClr val="000000"/>
                </a:solidFill>
                <a:latin typeface="Catamaran"/>
                <a:ea typeface="Catamaran"/>
                <a:cs typeface="Catamaran"/>
                <a:sym typeface="Catamaran"/>
              </a:rPr>
              <a:t>":</a:t>
            </a:r>
            <a:r>
              <a:rPr b="0" lang="en-US" sz="1100" strike="noStrike">
                <a:solidFill>
                  <a:srgbClr val="000000"/>
                </a:solidFill>
                <a:latin typeface="Catamaran"/>
                <a:ea typeface="Catamaran"/>
                <a:cs typeface="Catamaran"/>
                <a:sym typeface="Catamaran"/>
              </a:rPr>
              <a:t> M. Ficorella, S. Lenti, and G. Santucci, "To RadViz or not to RadViz", in Eurographics Conference on Visualization (EuroVis) 2023, D. Archambault, R. Bujack, and T. Schreck (Guest Editors), vol. 42, no. 3, 2023</a:t>
            </a:r>
            <a:endParaRPr b="0" sz="1100" strike="noStrike">
              <a:solidFill>
                <a:srgbClr val="000000"/>
              </a:solidFill>
              <a:latin typeface="Catamaran"/>
              <a:ea typeface="Catamaran"/>
              <a:cs typeface="Catamaran"/>
              <a:sym typeface="Catamaran"/>
            </a:endParaRPr>
          </a:p>
          <a:p>
            <a:pPr indent="-323999" lvl="0" marL="431999" marR="0" rtl="0" algn="l">
              <a:lnSpc>
                <a:spcPct val="115000"/>
              </a:lnSpc>
              <a:spcBef>
                <a:spcPts val="0"/>
              </a:spcBef>
              <a:spcAft>
                <a:spcPts val="0"/>
              </a:spcAft>
              <a:buClr>
                <a:srgbClr val="000000"/>
              </a:buClr>
              <a:buSzPts val="495"/>
              <a:buFont typeface="Noto Sans Symbols"/>
              <a:buChar char="●"/>
            </a:pPr>
            <a:r>
              <a:rPr b="1" i="1" lang="en-US" sz="1100">
                <a:solidFill>
                  <a:schemeClr val="dk1"/>
                </a:solidFill>
                <a:latin typeface="Catamaran"/>
                <a:ea typeface="Catamaran"/>
                <a:cs typeface="Catamaran"/>
                <a:sym typeface="Catamaran"/>
              </a:rPr>
              <a:t>[2] “Towards Enhancing RadViz Analysis and Interpretation":</a:t>
            </a:r>
            <a:r>
              <a:rPr lang="en-US" sz="1100">
                <a:solidFill>
                  <a:schemeClr val="dk1"/>
                </a:solidFill>
                <a:latin typeface="Catamaran"/>
                <a:ea typeface="Catamaran"/>
                <a:cs typeface="Catamaran"/>
                <a:sym typeface="Catamaran"/>
              </a:rPr>
              <a:t> </a:t>
            </a:r>
            <a:r>
              <a:rPr lang="en-US" sz="1000">
                <a:solidFill>
                  <a:srgbClr val="333333"/>
                </a:solidFill>
                <a:highlight>
                  <a:srgbClr val="FFFFFF"/>
                </a:highlight>
              </a:rPr>
              <a:t>M. Angelini, G. Blasilli, S. Lenti, A. Palleschi and G. Santucci, "Towards Enhancing RadViz Analysis and Interpretation", </a:t>
            </a:r>
            <a:r>
              <a:rPr i="1" lang="en-US" sz="1000">
                <a:solidFill>
                  <a:srgbClr val="333333"/>
                </a:solidFill>
                <a:highlight>
                  <a:srgbClr val="FFFFFF"/>
                </a:highlight>
              </a:rPr>
              <a:t>2019 IEEE Visualization Conference (VIS)</a:t>
            </a:r>
            <a:r>
              <a:rPr lang="en-US" sz="1000">
                <a:solidFill>
                  <a:srgbClr val="333333"/>
                </a:solidFill>
                <a:highlight>
                  <a:srgbClr val="FFFFFF"/>
                </a:highlight>
              </a:rPr>
              <a:t>, Vancouver, BC, Canada, 2019, pp. 226-230</a:t>
            </a:r>
            <a:endParaRPr sz="1100">
              <a:latin typeface="Catamaran"/>
              <a:ea typeface="Catamaran"/>
              <a:cs typeface="Catamaran"/>
              <a:sym typeface="Catamaran"/>
            </a:endParaRPr>
          </a:p>
          <a:p>
            <a:pPr indent="0" lvl="0" marL="0" marR="0" rtl="0" algn="l">
              <a:lnSpc>
                <a:spcPct val="115000"/>
              </a:lnSpc>
              <a:spcBef>
                <a:spcPts val="0"/>
              </a:spcBef>
              <a:spcAft>
                <a:spcPts val="0"/>
              </a:spcAft>
              <a:buNone/>
            </a:pPr>
            <a:r>
              <a:t/>
            </a:r>
            <a:endParaRPr sz="1100">
              <a:latin typeface="Catamaran"/>
              <a:ea typeface="Catamaran"/>
              <a:cs typeface="Catamaran"/>
              <a:sym typeface="Catamaran"/>
            </a:endParaRPr>
          </a:p>
          <a:p>
            <a:pPr indent="0" lvl="0" marL="0" marR="0" rtl="0" algn="l">
              <a:lnSpc>
                <a:spcPct val="115000"/>
              </a:lnSpc>
              <a:spcBef>
                <a:spcPts val="0"/>
              </a:spcBef>
              <a:spcAft>
                <a:spcPts val="0"/>
              </a:spcAft>
              <a:buNone/>
            </a:pPr>
            <a:r>
              <a:rPr lang="en-US" sz="1100">
                <a:latin typeface="Catamaran"/>
                <a:ea typeface="Catamaran"/>
                <a:cs typeface="Catamaran"/>
                <a:sym typeface="Catamaran"/>
              </a:rPr>
              <a:t>           </a:t>
            </a:r>
            <a:endParaRPr sz="1100">
              <a:latin typeface="Catamaran"/>
              <a:ea typeface="Catamaran"/>
              <a:cs typeface="Catamaran"/>
              <a:sym typeface="Catamar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44"/>
          <p:cNvSpPr txBox="1"/>
          <p:nvPr/>
        </p:nvSpPr>
        <p:spPr>
          <a:xfrm>
            <a:off x="720000" y="720000"/>
            <a:ext cx="7688520" cy="53496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US" sz="2200" strike="noStrike">
                <a:solidFill>
                  <a:srgbClr val="BA131A"/>
                </a:solidFill>
                <a:latin typeface="Catamaran"/>
                <a:ea typeface="Catamaran"/>
                <a:cs typeface="Catamaran"/>
                <a:sym typeface="Catamaran"/>
              </a:rPr>
              <a:t>Dataset</a:t>
            </a:r>
            <a:endParaRPr b="0" sz="2200" strike="noStrike">
              <a:solidFill>
                <a:srgbClr val="000000"/>
              </a:solidFill>
              <a:latin typeface="Arial"/>
              <a:ea typeface="Arial"/>
              <a:cs typeface="Arial"/>
              <a:sym typeface="Arial"/>
            </a:endParaRPr>
          </a:p>
        </p:txBody>
      </p:sp>
      <p:sp>
        <p:nvSpPr>
          <p:cNvPr id="225" name="Google Shape;225;p44"/>
          <p:cNvSpPr txBox="1"/>
          <p:nvPr/>
        </p:nvSpPr>
        <p:spPr>
          <a:xfrm>
            <a:off x="735480" y="1051200"/>
            <a:ext cx="7688520" cy="460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b="0" i="1" lang="en-US" sz="1400" strike="noStrike">
                <a:solidFill>
                  <a:srgbClr val="595959"/>
                </a:solidFill>
                <a:latin typeface="Catamaran"/>
                <a:ea typeface="Catamaran"/>
                <a:cs typeface="Catamaran"/>
                <a:sym typeface="Catamaran"/>
              </a:rPr>
              <a:t>Dataset description</a:t>
            </a:r>
            <a:endParaRPr b="0" sz="1400" strike="noStrike">
              <a:solidFill>
                <a:srgbClr val="000000"/>
              </a:solidFill>
              <a:latin typeface="Arial"/>
              <a:ea typeface="Arial"/>
              <a:cs typeface="Arial"/>
              <a:sym typeface="Arial"/>
            </a:endParaRPr>
          </a:p>
        </p:txBody>
      </p:sp>
      <p:sp>
        <p:nvSpPr>
          <p:cNvPr id="226" name="Google Shape;226;p44"/>
          <p:cNvSpPr txBox="1"/>
          <p:nvPr/>
        </p:nvSpPr>
        <p:spPr>
          <a:xfrm>
            <a:off x="8536320" y="4749840"/>
            <a:ext cx="548280" cy="39312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None/>
            </a:pPr>
            <a:fld id="{00000000-1234-1234-1234-123412341234}" type="slidenum">
              <a:rPr b="0" lang="en-US" sz="1000" strike="noStrike">
                <a:solidFill>
                  <a:srgbClr val="595959"/>
                </a:solidFill>
                <a:latin typeface="Catamaran"/>
                <a:ea typeface="Catamaran"/>
                <a:cs typeface="Catamaran"/>
                <a:sym typeface="Catamaran"/>
              </a:rPr>
              <a:t>‹#›</a:t>
            </a:fld>
            <a:endParaRPr b="0" sz="1000" strike="noStrike">
              <a:latin typeface="Times New Roman"/>
              <a:ea typeface="Times New Roman"/>
              <a:cs typeface="Times New Roman"/>
              <a:sym typeface="Times New Roman"/>
            </a:endParaRPr>
          </a:p>
        </p:txBody>
      </p:sp>
      <p:sp>
        <p:nvSpPr>
          <p:cNvPr id="227" name="Google Shape;227;p44"/>
          <p:cNvSpPr txBox="1"/>
          <p:nvPr/>
        </p:nvSpPr>
        <p:spPr>
          <a:xfrm>
            <a:off x="466775" y="1512000"/>
            <a:ext cx="9418800" cy="328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Font typeface="Arial"/>
              <a:buNone/>
            </a:pPr>
            <a:r>
              <a:rPr lang="en-US" sz="1200">
                <a:solidFill>
                  <a:schemeClr val="dk1"/>
                </a:solidFill>
              </a:rPr>
              <a:t>For the dashboard, 6 completely different data categories were used, all of which can be selected from the side menu:</a:t>
            </a:r>
            <a:endParaRPr b="1" sz="1100">
              <a:latin typeface="Catamaran"/>
              <a:ea typeface="Catamaran"/>
              <a:cs typeface="Catamaran"/>
              <a:sym typeface="Catamaran"/>
            </a:endParaRPr>
          </a:p>
          <a:p>
            <a:pPr indent="0" lvl="0" marL="0" marR="0" rtl="0" algn="l">
              <a:lnSpc>
                <a:spcPct val="115000"/>
              </a:lnSpc>
              <a:spcBef>
                <a:spcPts val="0"/>
              </a:spcBef>
              <a:spcAft>
                <a:spcPts val="0"/>
              </a:spcAft>
              <a:buNone/>
            </a:pPr>
            <a:r>
              <a:t/>
            </a:r>
            <a:endParaRPr b="1" sz="1100">
              <a:latin typeface="Catamaran"/>
              <a:ea typeface="Catamaran"/>
              <a:cs typeface="Catamaran"/>
              <a:sym typeface="Catamaran"/>
            </a:endParaRPr>
          </a:p>
          <a:p>
            <a:pPr indent="0" lvl="0" marL="0" marR="0" rtl="0" algn="l">
              <a:lnSpc>
                <a:spcPct val="115000"/>
              </a:lnSpc>
              <a:spcBef>
                <a:spcPts val="0"/>
              </a:spcBef>
              <a:spcAft>
                <a:spcPts val="0"/>
              </a:spcAft>
              <a:buNone/>
            </a:pPr>
            <a:r>
              <a:t/>
            </a:r>
            <a:endParaRPr b="1" sz="1100">
              <a:latin typeface="Catamaran"/>
              <a:ea typeface="Catamaran"/>
              <a:cs typeface="Catamaran"/>
              <a:sym typeface="Catamaran"/>
            </a:endParaRPr>
          </a:p>
          <a:p>
            <a:pPr indent="-324000" lvl="0" marL="432000" marR="0" rtl="0" algn="l">
              <a:lnSpc>
                <a:spcPct val="115000"/>
              </a:lnSpc>
              <a:spcBef>
                <a:spcPts val="0"/>
              </a:spcBef>
              <a:spcAft>
                <a:spcPts val="0"/>
              </a:spcAft>
              <a:buClr>
                <a:srgbClr val="000000"/>
              </a:buClr>
              <a:buSzPts val="495"/>
              <a:buFont typeface="Noto Sans Symbols"/>
              <a:buChar char="●"/>
            </a:pPr>
            <a:r>
              <a:rPr b="1" lang="en-US" sz="1100" strike="noStrike">
                <a:solidFill>
                  <a:srgbClr val="000000"/>
                </a:solidFill>
                <a:latin typeface="Catamaran"/>
                <a:ea typeface="Catamaran"/>
                <a:cs typeface="Catamaran"/>
                <a:sym typeface="Catamaran"/>
              </a:rPr>
              <a:t>“</a:t>
            </a:r>
            <a:r>
              <a:rPr b="1" lang="en-US" sz="1100">
                <a:latin typeface="Catamaran"/>
                <a:ea typeface="Catamaran"/>
                <a:cs typeface="Catamaran"/>
                <a:sym typeface="Catamaran"/>
              </a:rPr>
              <a:t>Unconstrained Data</a:t>
            </a:r>
            <a:r>
              <a:rPr b="1" lang="en-US" sz="1100" strike="noStrike">
                <a:solidFill>
                  <a:srgbClr val="000000"/>
                </a:solidFill>
                <a:latin typeface="Catamaran"/>
                <a:ea typeface="Catamaran"/>
                <a:cs typeface="Catamaran"/>
                <a:sym typeface="Catamaran"/>
              </a:rPr>
              <a:t>”</a:t>
            </a:r>
            <a:r>
              <a:rPr b="1" lang="en-US" sz="1100">
                <a:latin typeface="Catamaran"/>
                <a:ea typeface="Catamaran"/>
                <a:cs typeface="Catamaran"/>
                <a:sym typeface="Catamaran"/>
              </a:rPr>
              <a:t> </a:t>
            </a:r>
            <a:r>
              <a:rPr b="1" lang="en-US" sz="1100" strike="noStrike">
                <a:solidFill>
                  <a:srgbClr val="000000"/>
                </a:solidFill>
                <a:latin typeface="Catamaran"/>
                <a:ea typeface="Catamaran"/>
                <a:cs typeface="Catamaran"/>
                <a:sym typeface="Catamaran"/>
              </a:rPr>
              <a:t>→</a:t>
            </a:r>
            <a:r>
              <a:rPr b="1" lang="en-US" sz="1100">
                <a:latin typeface="Catamaran"/>
                <a:ea typeface="Catamaran"/>
                <a:cs typeface="Catamaran"/>
                <a:sym typeface="Catamaran"/>
              </a:rPr>
              <a:t> </a:t>
            </a:r>
            <a:r>
              <a:rPr lang="en-US" sz="1100">
                <a:solidFill>
                  <a:schemeClr val="dk1"/>
                </a:solidFill>
                <a:highlight>
                  <a:srgbClr val="FFFFFF"/>
                </a:highlight>
                <a:latin typeface="Catamaran"/>
                <a:ea typeface="Catamaran"/>
                <a:cs typeface="Catamaran"/>
                <a:sym typeface="Catamaran"/>
              </a:rPr>
              <a:t>Heterogeneous values </a:t>
            </a:r>
            <a:r>
              <a:rPr b="1" lang="en-US" sz="1100">
                <a:solidFill>
                  <a:schemeClr val="dk1"/>
                </a:solidFill>
                <a:latin typeface="Catamaran"/>
                <a:ea typeface="Catamaran"/>
                <a:cs typeface="Catamaran"/>
                <a:sym typeface="Catamaran"/>
              </a:rPr>
              <a:t>→ </a:t>
            </a:r>
            <a:r>
              <a:rPr lang="en-US" sz="1100">
                <a:solidFill>
                  <a:schemeClr val="dk1"/>
                </a:solidFill>
                <a:highlight>
                  <a:srgbClr val="FFFFFF"/>
                </a:highlight>
                <a:latin typeface="Catamaran"/>
                <a:ea typeface="Catamaran"/>
                <a:cs typeface="Catamaran"/>
                <a:sym typeface="Catamaran"/>
              </a:rPr>
              <a:t>(</a:t>
            </a:r>
            <a:r>
              <a:rPr b="1" lang="en-US" sz="1100">
                <a:solidFill>
                  <a:schemeClr val="dk1"/>
                </a:solidFill>
                <a:highlight>
                  <a:srgbClr val="FFFFFF"/>
                </a:highlight>
                <a:latin typeface="Catamaran"/>
                <a:ea typeface="Catamaran"/>
                <a:cs typeface="Catamaran"/>
                <a:sym typeface="Catamaran"/>
              </a:rPr>
              <a:t>RadViz</a:t>
            </a:r>
            <a:r>
              <a:rPr lang="en-US" sz="1100">
                <a:solidFill>
                  <a:schemeClr val="dk1"/>
                </a:solidFill>
                <a:highlight>
                  <a:srgbClr val="FFFFFF"/>
                </a:highlight>
                <a:latin typeface="Catamaran"/>
                <a:ea typeface="Catamaran"/>
                <a:cs typeface="Catamaran"/>
                <a:sym typeface="Catamaran"/>
              </a:rPr>
              <a:t> </a:t>
            </a:r>
            <a:r>
              <a:rPr b="1" lang="en-US" sz="1100">
                <a:solidFill>
                  <a:schemeClr val="dk1"/>
                </a:solidFill>
                <a:highlight>
                  <a:srgbClr val="FFFFFF"/>
                </a:highlight>
                <a:latin typeface="Catamaran"/>
                <a:ea typeface="Catamaran"/>
                <a:cs typeface="Catamaran"/>
                <a:sym typeface="Catamaran"/>
              </a:rPr>
              <a:t>not suitable</a:t>
            </a:r>
            <a:r>
              <a:rPr lang="en-US" sz="1100">
                <a:solidFill>
                  <a:schemeClr val="dk1"/>
                </a:solidFill>
                <a:highlight>
                  <a:srgbClr val="FFFFFF"/>
                </a:highlight>
                <a:latin typeface="Catamaran"/>
                <a:ea typeface="Catamaran"/>
                <a:cs typeface="Catamaran"/>
                <a:sym typeface="Catamaran"/>
              </a:rPr>
              <a:t>)</a:t>
            </a:r>
            <a:endParaRPr sz="1000" strike="noStrike">
              <a:solidFill>
                <a:schemeClr val="dk1"/>
              </a:solidFill>
              <a:latin typeface="Catamaran"/>
              <a:ea typeface="Catamaran"/>
              <a:cs typeface="Catamaran"/>
              <a:sym typeface="Catamaran"/>
            </a:endParaRPr>
          </a:p>
          <a:p>
            <a:pPr indent="-324000" lvl="0" marL="432000" marR="0" rtl="0" algn="l">
              <a:lnSpc>
                <a:spcPct val="115000"/>
              </a:lnSpc>
              <a:spcBef>
                <a:spcPts val="850"/>
              </a:spcBef>
              <a:spcAft>
                <a:spcPts val="0"/>
              </a:spcAft>
              <a:buClr>
                <a:srgbClr val="000000"/>
              </a:buClr>
              <a:buSzPts val="495"/>
              <a:buFont typeface="Noto Sans Symbols"/>
              <a:buChar char="●"/>
            </a:pPr>
            <a:r>
              <a:rPr b="1" lang="en-US" sz="1100" strike="noStrike">
                <a:solidFill>
                  <a:srgbClr val="000000"/>
                </a:solidFill>
                <a:latin typeface="Catamaran"/>
                <a:ea typeface="Catamaran"/>
                <a:cs typeface="Catamaran"/>
                <a:sym typeface="Catamaran"/>
              </a:rPr>
              <a:t>“</a:t>
            </a:r>
            <a:r>
              <a:rPr b="1" lang="en-US" sz="1100">
                <a:latin typeface="Catamaran"/>
                <a:ea typeface="Catamaran"/>
                <a:cs typeface="Catamaran"/>
                <a:sym typeface="Catamaran"/>
              </a:rPr>
              <a:t>Unconstrained Positive Data</a:t>
            </a:r>
            <a:r>
              <a:rPr b="1" lang="en-US" sz="1100" strike="noStrike">
                <a:solidFill>
                  <a:srgbClr val="000000"/>
                </a:solidFill>
                <a:latin typeface="Catamaran"/>
                <a:ea typeface="Catamaran"/>
                <a:cs typeface="Catamaran"/>
                <a:sym typeface="Catamaran"/>
              </a:rPr>
              <a:t>”</a:t>
            </a:r>
            <a:r>
              <a:rPr b="1" lang="en-US" sz="1100">
                <a:latin typeface="Catamaran"/>
                <a:ea typeface="Catamaran"/>
                <a:cs typeface="Catamaran"/>
                <a:sym typeface="Catamaran"/>
              </a:rPr>
              <a:t> </a:t>
            </a:r>
            <a:r>
              <a:rPr b="1" lang="en-US" sz="1100" strike="noStrike">
                <a:solidFill>
                  <a:srgbClr val="000000"/>
                </a:solidFill>
                <a:latin typeface="Catamaran"/>
                <a:ea typeface="Catamaran"/>
                <a:cs typeface="Catamaran"/>
                <a:sym typeface="Catamaran"/>
              </a:rPr>
              <a:t>→</a:t>
            </a:r>
            <a:r>
              <a:rPr b="1" lang="en-US" sz="1100">
                <a:latin typeface="Catamaran"/>
                <a:ea typeface="Catamaran"/>
                <a:cs typeface="Catamaran"/>
                <a:sym typeface="Catamaran"/>
              </a:rPr>
              <a:t> </a:t>
            </a:r>
            <a:r>
              <a:rPr lang="en-US" sz="1100">
                <a:solidFill>
                  <a:schemeClr val="dk1"/>
                </a:solidFill>
                <a:highlight>
                  <a:srgbClr val="FFFFFF"/>
                </a:highlight>
                <a:latin typeface="Catamaran"/>
                <a:ea typeface="Catamaran"/>
                <a:cs typeface="Catamaran"/>
                <a:sym typeface="Catamaran"/>
              </a:rPr>
              <a:t>Only positive values</a:t>
            </a:r>
            <a:r>
              <a:rPr b="1" lang="en-US" sz="1100">
                <a:solidFill>
                  <a:schemeClr val="dk1"/>
                </a:solidFill>
                <a:latin typeface="Catamaran"/>
                <a:ea typeface="Catamaran"/>
                <a:cs typeface="Catamaran"/>
                <a:sym typeface="Catamaran"/>
              </a:rPr>
              <a:t> </a:t>
            </a:r>
            <a:r>
              <a:rPr b="1" lang="en-US" sz="1100">
                <a:solidFill>
                  <a:schemeClr val="dk1"/>
                </a:solidFill>
                <a:latin typeface="Catamaran"/>
                <a:ea typeface="Catamaran"/>
                <a:cs typeface="Catamaran"/>
                <a:sym typeface="Catamaran"/>
              </a:rPr>
              <a:t>→ </a:t>
            </a:r>
            <a:r>
              <a:rPr lang="en-US" sz="1100">
                <a:solidFill>
                  <a:schemeClr val="dk1"/>
                </a:solidFill>
                <a:highlight>
                  <a:srgbClr val="FFFFFF"/>
                </a:highlight>
                <a:latin typeface="Catamaran"/>
                <a:ea typeface="Catamaran"/>
                <a:cs typeface="Catamaran"/>
                <a:sym typeface="Catamaran"/>
              </a:rPr>
              <a:t>File: “</a:t>
            </a:r>
            <a:r>
              <a:rPr i="1" lang="en-US" sz="1100">
                <a:solidFill>
                  <a:srgbClr val="1F2328"/>
                </a:solidFill>
                <a:latin typeface="Catamaran"/>
                <a:ea typeface="Catamaran"/>
                <a:cs typeface="Catamaran"/>
                <a:sym typeface="Catamaran"/>
              </a:rPr>
              <a:t>dati_caso2_vini.csv</a:t>
            </a:r>
            <a:r>
              <a:rPr lang="en-US" sz="1100">
                <a:solidFill>
                  <a:srgbClr val="1F2328"/>
                </a:solidFill>
                <a:latin typeface="Catamaran"/>
                <a:ea typeface="Catamaran"/>
                <a:cs typeface="Catamaran"/>
                <a:sym typeface="Catamaran"/>
              </a:rPr>
              <a:t>”, </a:t>
            </a:r>
            <a:r>
              <a:rPr b="1" lang="en-US" sz="1100">
                <a:solidFill>
                  <a:srgbClr val="1F2328"/>
                </a:solidFill>
                <a:latin typeface="Catamaran"/>
                <a:ea typeface="Catamaran"/>
                <a:cs typeface="Catamaran"/>
                <a:sym typeface="Catamaran"/>
              </a:rPr>
              <a:t>(RadViz not recommended</a:t>
            </a:r>
            <a:r>
              <a:rPr lang="en-US" sz="1100">
                <a:solidFill>
                  <a:srgbClr val="1F2328"/>
                </a:solidFill>
                <a:latin typeface="Catamaran"/>
                <a:ea typeface="Catamaran"/>
                <a:cs typeface="Catamaran"/>
                <a:sym typeface="Catamaran"/>
              </a:rPr>
              <a:t>)</a:t>
            </a:r>
            <a:endParaRPr sz="1100" strike="noStrike">
              <a:solidFill>
                <a:schemeClr val="dk1"/>
              </a:solidFill>
              <a:latin typeface="Catamaran"/>
              <a:ea typeface="Catamaran"/>
              <a:cs typeface="Catamaran"/>
              <a:sym typeface="Catamaran"/>
            </a:endParaRPr>
          </a:p>
          <a:p>
            <a:pPr indent="-323999" lvl="0" marL="431999" marR="0" rtl="0" algn="l">
              <a:lnSpc>
                <a:spcPct val="115000"/>
              </a:lnSpc>
              <a:spcBef>
                <a:spcPts val="850"/>
              </a:spcBef>
              <a:spcAft>
                <a:spcPts val="0"/>
              </a:spcAft>
              <a:buClr>
                <a:srgbClr val="000000"/>
              </a:buClr>
              <a:buSzPts val="495"/>
              <a:buFont typeface="Noto Sans Symbols"/>
              <a:buChar char="●"/>
            </a:pPr>
            <a:r>
              <a:rPr b="1" lang="en-US" sz="1100" strike="noStrike">
                <a:solidFill>
                  <a:srgbClr val="000000"/>
                </a:solidFill>
                <a:latin typeface="Catamaran"/>
                <a:ea typeface="Catamaran"/>
                <a:cs typeface="Catamaran"/>
                <a:sym typeface="Catamaran"/>
              </a:rPr>
              <a:t>“</a:t>
            </a:r>
            <a:r>
              <a:rPr b="1" lang="en-US" sz="1100">
                <a:latin typeface="Catamaran"/>
                <a:ea typeface="Catamaran"/>
                <a:cs typeface="Catamaran"/>
                <a:sym typeface="Catamaran"/>
              </a:rPr>
              <a:t>Fixed Active Domains</a:t>
            </a:r>
            <a:r>
              <a:rPr b="1" lang="en-US" sz="1100" strike="noStrike">
                <a:solidFill>
                  <a:srgbClr val="000000"/>
                </a:solidFill>
                <a:latin typeface="Catamaran"/>
                <a:ea typeface="Catamaran"/>
                <a:cs typeface="Catamaran"/>
                <a:sym typeface="Catamaran"/>
              </a:rPr>
              <a:t>”</a:t>
            </a:r>
            <a:r>
              <a:rPr b="1" lang="en-US" sz="1100">
                <a:latin typeface="Catamaran"/>
                <a:ea typeface="Catamaran"/>
                <a:cs typeface="Catamaran"/>
                <a:sym typeface="Catamaran"/>
              </a:rPr>
              <a:t> </a:t>
            </a:r>
            <a:r>
              <a:rPr b="1" lang="en-US" sz="1100" strike="noStrike">
                <a:solidFill>
                  <a:srgbClr val="000000"/>
                </a:solidFill>
                <a:latin typeface="Catamaran"/>
                <a:ea typeface="Catamaran"/>
                <a:cs typeface="Catamaran"/>
                <a:sym typeface="Catamaran"/>
              </a:rPr>
              <a:t>→</a:t>
            </a:r>
            <a:r>
              <a:rPr b="1" lang="en-US" sz="1100">
                <a:latin typeface="Catamaran"/>
                <a:ea typeface="Catamaran"/>
                <a:cs typeface="Catamaran"/>
                <a:sym typeface="Catamaran"/>
              </a:rPr>
              <a:t> </a:t>
            </a:r>
            <a:r>
              <a:rPr lang="en-US" sz="1100">
                <a:solidFill>
                  <a:schemeClr val="dk1"/>
                </a:solidFill>
                <a:highlight>
                  <a:srgbClr val="FFFFFF"/>
                </a:highlight>
                <a:latin typeface="Catamaran"/>
                <a:ea typeface="Catamaran"/>
                <a:cs typeface="Catamaran"/>
                <a:sym typeface="Catamaran"/>
              </a:rPr>
              <a:t>Predefined ranges (e.g., SAT 400-1600)</a:t>
            </a:r>
            <a:r>
              <a:rPr b="1" lang="en-US" sz="1100">
                <a:solidFill>
                  <a:schemeClr val="dk1"/>
                </a:solidFill>
                <a:latin typeface="Catamaran"/>
                <a:ea typeface="Catamaran"/>
                <a:cs typeface="Catamaran"/>
                <a:sym typeface="Catamaran"/>
              </a:rPr>
              <a:t> </a:t>
            </a:r>
            <a:r>
              <a:rPr b="1" lang="en-US" sz="1100">
                <a:solidFill>
                  <a:schemeClr val="dk1"/>
                </a:solidFill>
                <a:latin typeface="Catamaran"/>
                <a:ea typeface="Catamaran"/>
                <a:cs typeface="Catamaran"/>
                <a:sym typeface="Catamaran"/>
              </a:rPr>
              <a:t>→ </a:t>
            </a:r>
            <a:r>
              <a:rPr lang="en-US" sz="1100">
                <a:solidFill>
                  <a:schemeClr val="dk1"/>
                </a:solidFill>
                <a:latin typeface="Catamaran"/>
                <a:ea typeface="Catamaran"/>
                <a:cs typeface="Catamaran"/>
                <a:sym typeface="Catamaran"/>
              </a:rPr>
              <a:t>File: </a:t>
            </a:r>
            <a:r>
              <a:rPr lang="en-US" sz="1100">
                <a:solidFill>
                  <a:srgbClr val="1F2328"/>
                </a:solidFill>
                <a:latin typeface="Catamaran"/>
                <a:ea typeface="Catamaran"/>
                <a:cs typeface="Catamaran"/>
                <a:sym typeface="Catamaran"/>
              </a:rPr>
              <a:t>“</a:t>
            </a:r>
            <a:r>
              <a:rPr i="1" lang="en-US" sz="1100">
                <a:solidFill>
                  <a:srgbClr val="1F2328"/>
                </a:solidFill>
                <a:latin typeface="Catamaran"/>
                <a:ea typeface="Catamaran"/>
                <a:cs typeface="Catamaran"/>
                <a:sym typeface="Catamaran"/>
              </a:rPr>
              <a:t>dati_caso3_specifiche_auto.csv</a:t>
            </a:r>
            <a:r>
              <a:rPr lang="en-US" sz="1100">
                <a:solidFill>
                  <a:srgbClr val="1F2328"/>
                </a:solidFill>
                <a:latin typeface="Catamaran"/>
                <a:ea typeface="Catamaran"/>
                <a:cs typeface="Catamaran"/>
                <a:sym typeface="Catamaran"/>
              </a:rPr>
              <a:t>” </a:t>
            </a:r>
            <a:r>
              <a:rPr b="1" lang="en-US" sz="1100">
                <a:solidFill>
                  <a:schemeClr val="dk1"/>
                </a:solidFill>
                <a:latin typeface="Catamaran"/>
                <a:ea typeface="Catamaran"/>
                <a:cs typeface="Catamaran"/>
                <a:sym typeface="Catamaran"/>
              </a:rPr>
              <a:t> </a:t>
            </a:r>
            <a:r>
              <a:rPr lang="en-US" sz="1100">
                <a:solidFill>
                  <a:srgbClr val="1F2328"/>
                </a:solidFill>
                <a:latin typeface="Catamaran"/>
                <a:ea typeface="Catamaran"/>
                <a:cs typeface="Catamaran"/>
                <a:sym typeface="Catamaran"/>
              </a:rPr>
              <a:t>(</a:t>
            </a:r>
            <a:r>
              <a:rPr b="1" lang="en-US" sz="1100">
                <a:solidFill>
                  <a:srgbClr val="1F2328"/>
                </a:solidFill>
                <a:latin typeface="Catamaran"/>
                <a:ea typeface="Catamaran"/>
                <a:cs typeface="Catamaran"/>
                <a:sym typeface="Catamaran"/>
              </a:rPr>
              <a:t>RadViz has</a:t>
            </a:r>
            <a:r>
              <a:rPr lang="en-US" sz="1100">
                <a:solidFill>
                  <a:srgbClr val="1F2328"/>
                </a:solidFill>
                <a:latin typeface="Catamaran"/>
                <a:ea typeface="Catamaran"/>
                <a:cs typeface="Catamaran"/>
                <a:sym typeface="Catamaran"/>
              </a:rPr>
              <a:t> </a:t>
            </a:r>
            <a:r>
              <a:rPr b="1" lang="en-US" sz="1100">
                <a:solidFill>
                  <a:srgbClr val="1F2328"/>
                </a:solidFill>
                <a:latin typeface="Catamaran"/>
                <a:ea typeface="Catamaran"/>
                <a:cs typeface="Catamaran"/>
                <a:sym typeface="Catamaran"/>
              </a:rPr>
              <a:t>limited usefulness</a:t>
            </a:r>
            <a:r>
              <a:rPr lang="en-US" sz="1100">
                <a:solidFill>
                  <a:srgbClr val="1F2328"/>
                </a:solidFill>
                <a:latin typeface="Catamaran"/>
                <a:ea typeface="Catamaran"/>
                <a:cs typeface="Catamaran"/>
                <a:sym typeface="Catamaran"/>
              </a:rPr>
              <a:t>)</a:t>
            </a:r>
            <a:endParaRPr sz="1100">
              <a:solidFill>
                <a:schemeClr val="dk1"/>
              </a:solidFill>
              <a:latin typeface="Catamaran"/>
              <a:ea typeface="Catamaran"/>
              <a:cs typeface="Catamaran"/>
              <a:sym typeface="Catamaran"/>
            </a:endParaRPr>
          </a:p>
          <a:p>
            <a:pPr indent="-323999" lvl="0" marL="431999" marR="0" rtl="0" algn="l">
              <a:lnSpc>
                <a:spcPct val="115000"/>
              </a:lnSpc>
              <a:spcBef>
                <a:spcPts val="850"/>
              </a:spcBef>
              <a:spcAft>
                <a:spcPts val="0"/>
              </a:spcAft>
              <a:buClr>
                <a:srgbClr val="000000"/>
              </a:buClr>
              <a:buSzPts val="495"/>
              <a:buFont typeface="Noto Sans Symbols"/>
              <a:buChar char="●"/>
            </a:pPr>
            <a:r>
              <a:rPr b="1" lang="en-US" sz="1100">
                <a:solidFill>
                  <a:schemeClr val="dk1"/>
                </a:solidFill>
                <a:latin typeface="Catamaran"/>
                <a:ea typeface="Catamaran"/>
                <a:cs typeface="Catamaran"/>
                <a:sym typeface="Catamaran"/>
              </a:rPr>
              <a:t>“</a:t>
            </a:r>
            <a:r>
              <a:rPr b="1" lang="en-US" sz="1100">
                <a:solidFill>
                  <a:schemeClr val="dk1"/>
                </a:solidFill>
                <a:latin typeface="Catamaran"/>
                <a:ea typeface="Catamaran"/>
                <a:cs typeface="Catamaran"/>
                <a:sym typeface="Catamaran"/>
              </a:rPr>
              <a:t>Fixed &amp; Common Active Domains” → </a:t>
            </a:r>
            <a:r>
              <a:rPr lang="en-US" sz="1100">
                <a:solidFill>
                  <a:schemeClr val="dk1"/>
                </a:solidFill>
                <a:highlight>
                  <a:srgbClr val="FFFFFF"/>
                </a:highlight>
                <a:latin typeface="Catamaran"/>
                <a:ea typeface="Catamaran"/>
                <a:cs typeface="Catamaran"/>
                <a:sym typeface="Catamaran"/>
              </a:rPr>
              <a:t>Same scale (e.g., 18-30)</a:t>
            </a:r>
            <a:r>
              <a:rPr b="1" lang="en-US" sz="1100">
                <a:solidFill>
                  <a:schemeClr val="dk1"/>
                </a:solidFill>
                <a:latin typeface="Catamaran"/>
                <a:ea typeface="Catamaran"/>
                <a:cs typeface="Catamaran"/>
                <a:sym typeface="Catamaran"/>
              </a:rPr>
              <a:t> → </a:t>
            </a:r>
            <a:r>
              <a:rPr lang="en-US" sz="1100">
                <a:solidFill>
                  <a:schemeClr val="dk1"/>
                </a:solidFill>
                <a:latin typeface="Catamaran"/>
                <a:ea typeface="Catamaran"/>
                <a:cs typeface="Catamaran"/>
                <a:sym typeface="Catamaran"/>
              </a:rPr>
              <a:t>File: “</a:t>
            </a:r>
            <a:r>
              <a:rPr i="1" lang="en-US" sz="1100">
                <a:solidFill>
                  <a:schemeClr val="dk1"/>
                </a:solidFill>
                <a:latin typeface="Catamaran"/>
                <a:ea typeface="Catamaran"/>
                <a:cs typeface="Catamaran"/>
                <a:sym typeface="Catamaran"/>
              </a:rPr>
              <a:t>dati_caso</a:t>
            </a:r>
            <a:r>
              <a:rPr i="1" lang="en-US" sz="1100">
                <a:solidFill>
                  <a:srgbClr val="1F2328"/>
                </a:solidFill>
                <a:latin typeface="Catamaran"/>
                <a:ea typeface="Catamaran"/>
                <a:cs typeface="Catamaran"/>
                <a:sym typeface="Catamaran"/>
              </a:rPr>
              <a:t>4_voti_universitari.csv</a:t>
            </a:r>
            <a:r>
              <a:rPr lang="en-US" sz="1100">
                <a:solidFill>
                  <a:srgbClr val="1F2328"/>
                </a:solidFill>
                <a:latin typeface="Catamaran"/>
                <a:ea typeface="Catamaran"/>
                <a:cs typeface="Catamaran"/>
                <a:sym typeface="Catamaran"/>
              </a:rPr>
              <a:t>” (</a:t>
            </a:r>
            <a:r>
              <a:rPr b="1" lang="en-US" sz="1100">
                <a:solidFill>
                  <a:srgbClr val="1F2328"/>
                </a:solidFill>
                <a:latin typeface="Catamaran"/>
                <a:ea typeface="Catamaran"/>
                <a:cs typeface="Catamaran"/>
                <a:sym typeface="Catamaran"/>
              </a:rPr>
              <a:t>RadViz is useful</a:t>
            </a:r>
            <a:r>
              <a:rPr lang="en-US" sz="1100">
                <a:solidFill>
                  <a:srgbClr val="1F2328"/>
                </a:solidFill>
                <a:latin typeface="Catamaran"/>
                <a:ea typeface="Catamaran"/>
                <a:cs typeface="Catamaran"/>
                <a:sym typeface="Catamaran"/>
              </a:rPr>
              <a:t>)</a:t>
            </a:r>
            <a:endParaRPr sz="1100">
              <a:solidFill>
                <a:schemeClr val="dk1"/>
              </a:solidFill>
              <a:latin typeface="Catamaran"/>
              <a:ea typeface="Catamaran"/>
              <a:cs typeface="Catamaran"/>
              <a:sym typeface="Catamaran"/>
            </a:endParaRPr>
          </a:p>
          <a:p>
            <a:pPr indent="-323999" lvl="0" marL="431999" marR="0" rtl="0" algn="l">
              <a:lnSpc>
                <a:spcPct val="115000"/>
              </a:lnSpc>
              <a:spcBef>
                <a:spcPts val="850"/>
              </a:spcBef>
              <a:spcAft>
                <a:spcPts val="0"/>
              </a:spcAft>
              <a:buClr>
                <a:srgbClr val="000000"/>
              </a:buClr>
              <a:buSzPts val="495"/>
              <a:buFont typeface="Noto Sans Symbols"/>
              <a:buChar char="●"/>
            </a:pPr>
            <a:r>
              <a:rPr b="1" lang="en-US" sz="1100">
                <a:latin typeface="Catamaran"/>
                <a:ea typeface="Catamaran"/>
                <a:cs typeface="Catamaran"/>
                <a:sym typeface="Catamaran"/>
              </a:rPr>
              <a:t>“</a:t>
            </a:r>
            <a:r>
              <a:rPr b="1" lang="en-US" sz="1100">
                <a:solidFill>
                  <a:schemeClr val="dk1"/>
                </a:solidFill>
                <a:latin typeface="Catamaran"/>
                <a:ea typeface="Catamaran"/>
                <a:cs typeface="Catamaran"/>
                <a:sym typeface="Catamaran"/>
              </a:rPr>
              <a:t>[0,1]</a:t>
            </a:r>
            <a:r>
              <a:rPr b="1" lang="en-US" sz="1100">
                <a:solidFill>
                  <a:schemeClr val="dk1"/>
                </a:solidFill>
                <a:latin typeface="Catamaran"/>
                <a:ea typeface="Catamaran"/>
                <a:cs typeface="Catamaran"/>
                <a:sym typeface="Catamaran"/>
              </a:rPr>
              <a:t> Domain Data” → </a:t>
            </a:r>
            <a:r>
              <a:rPr lang="en-US" sz="1100">
                <a:solidFill>
                  <a:schemeClr val="dk1"/>
                </a:solidFill>
                <a:highlight>
                  <a:srgbClr val="FFFFFF"/>
                </a:highlight>
                <a:latin typeface="Catamaran"/>
                <a:ea typeface="Catamaran"/>
                <a:cs typeface="Catamaran"/>
                <a:sym typeface="Catamaran"/>
              </a:rPr>
              <a:t>Pre-normalized (e.g., percentages)</a:t>
            </a:r>
            <a:r>
              <a:rPr b="1" lang="en-US" sz="1100">
                <a:solidFill>
                  <a:schemeClr val="dk1"/>
                </a:solidFill>
                <a:latin typeface="Catamaran"/>
                <a:ea typeface="Catamaran"/>
                <a:cs typeface="Catamaran"/>
                <a:sym typeface="Catamaran"/>
              </a:rPr>
              <a:t> → </a:t>
            </a:r>
            <a:r>
              <a:rPr lang="en-US" sz="1100">
                <a:solidFill>
                  <a:schemeClr val="dk1"/>
                </a:solidFill>
                <a:latin typeface="Catamaran"/>
                <a:ea typeface="Catamaran"/>
                <a:cs typeface="Catamaran"/>
                <a:sym typeface="Catamaran"/>
              </a:rPr>
              <a:t>File: “</a:t>
            </a:r>
            <a:r>
              <a:rPr i="1" lang="en-US" sz="1100">
                <a:solidFill>
                  <a:schemeClr val="dk1"/>
                </a:solidFill>
                <a:latin typeface="Catamaran"/>
                <a:ea typeface="Catamaran"/>
                <a:cs typeface="Catamaran"/>
                <a:sym typeface="Catamaran"/>
              </a:rPr>
              <a:t>dati_caso</a:t>
            </a:r>
            <a:r>
              <a:rPr i="1" lang="en-US" sz="1100">
                <a:solidFill>
                  <a:srgbClr val="1F2328"/>
                </a:solidFill>
                <a:latin typeface="Catamaran"/>
                <a:ea typeface="Catamaran"/>
                <a:cs typeface="Catamaran"/>
                <a:sym typeface="Catamaran"/>
              </a:rPr>
              <a:t>5_salute_ambientale.csv</a:t>
            </a:r>
            <a:r>
              <a:rPr lang="en-US" sz="1100">
                <a:solidFill>
                  <a:srgbClr val="1F2328"/>
                </a:solidFill>
                <a:latin typeface="Catamaran"/>
                <a:ea typeface="Catamaran"/>
                <a:cs typeface="Catamaran"/>
                <a:sym typeface="Catamaran"/>
              </a:rPr>
              <a:t>” (</a:t>
            </a:r>
            <a:r>
              <a:rPr b="1" lang="en-US" sz="1100">
                <a:solidFill>
                  <a:srgbClr val="1F2328"/>
                </a:solidFill>
                <a:latin typeface="Catamaran"/>
                <a:ea typeface="Catamaran"/>
                <a:cs typeface="Catamaran"/>
                <a:sym typeface="Catamaran"/>
              </a:rPr>
              <a:t>Radviz is an excellent tool</a:t>
            </a:r>
            <a:r>
              <a:rPr lang="en-US" sz="1100">
                <a:solidFill>
                  <a:srgbClr val="1F2328"/>
                </a:solidFill>
                <a:latin typeface="Catamaran"/>
                <a:ea typeface="Catamaran"/>
                <a:cs typeface="Catamaran"/>
                <a:sym typeface="Catamaran"/>
              </a:rPr>
              <a:t>)</a:t>
            </a:r>
            <a:endParaRPr sz="1100">
              <a:solidFill>
                <a:schemeClr val="dk1"/>
              </a:solidFill>
              <a:latin typeface="Catamaran"/>
              <a:ea typeface="Catamaran"/>
              <a:cs typeface="Catamaran"/>
              <a:sym typeface="Catamaran"/>
            </a:endParaRPr>
          </a:p>
          <a:p>
            <a:pPr indent="-323999" lvl="0" marL="431999" marR="0" rtl="0" algn="l">
              <a:lnSpc>
                <a:spcPct val="115000"/>
              </a:lnSpc>
              <a:spcBef>
                <a:spcPts val="850"/>
              </a:spcBef>
              <a:spcAft>
                <a:spcPts val="0"/>
              </a:spcAft>
              <a:buClr>
                <a:srgbClr val="000000"/>
              </a:buClr>
              <a:buSzPts val="495"/>
              <a:buFont typeface="Noto Sans Symbols"/>
              <a:buChar char="●"/>
            </a:pPr>
            <a:r>
              <a:rPr b="1" lang="en-US" sz="1100">
                <a:latin typeface="Catamaran"/>
                <a:ea typeface="Catamaran"/>
                <a:cs typeface="Catamaran"/>
                <a:sym typeface="Catamaran"/>
              </a:rPr>
              <a:t>“</a:t>
            </a:r>
            <a:r>
              <a:rPr b="1" lang="en-US" sz="1100">
                <a:solidFill>
                  <a:schemeClr val="dk1"/>
                </a:solidFill>
                <a:latin typeface="Catamaran"/>
                <a:ea typeface="Catamaran"/>
                <a:cs typeface="Catamaran"/>
                <a:sym typeface="Catamaran"/>
              </a:rPr>
              <a:t>Partition Data” → </a:t>
            </a:r>
            <a:r>
              <a:rPr lang="en-US" sz="1100">
                <a:solidFill>
                  <a:schemeClr val="dk1"/>
                </a:solidFill>
                <a:highlight>
                  <a:srgbClr val="FFFFFF"/>
                </a:highlight>
                <a:latin typeface="Catamaran"/>
                <a:ea typeface="Catamaran"/>
                <a:cs typeface="Catamaran"/>
                <a:sym typeface="Catamaran"/>
              </a:rPr>
              <a:t>Sums to 1 (100%)</a:t>
            </a:r>
            <a:r>
              <a:rPr b="1" lang="en-US" sz="1100">
                <a:solidFill>
                  <a:schemeClr val="dk1"/>
                </a:solidFill>
                <a:latin typeface="Catamaran"/>
                <a:ea typeface="Catamaran"/>
                <a:cs typeface="Catamaran"/>
                <a:sym typeface="Catamaran"/>
              </a:rPr>
              <a:t> → </a:t>
            </a:r>
            <a:r>
              <a:rPr lang="en-US" sz="1100">
                <a:solidFill>
                  <a:schemeClr val="dk1"/>
                </a:solidFill>
                <a:latin typeface="Catamaran"/>
                <a:ea typeface="Catamaran"/>
                <a:cs typeface="Catamaran"/>
                <a:sym typeface="Catamaran"/>
              </a:rPr>
              <a:t>File: “</a:t>
            </a:r>
            <a:r>
              <a:rPr i="1" lang="en-US" sz="1100">
                <a:solidFill>
                  <a:schemeClr val="dk1"/>
                </a:solidFill>
                <a:latin typeface="Catamaran"/>
                <a:ea typeface="Catamaran"/>
                <a:cs typeface="Catamaran"/>
                <a:sym typeface="Catamaran"/>
              </a:rPr>
              <a:t>dati_caso</a:t>
            </a:r>
            <a:r>
              <a:rPr i="1" lang="en-US" sz="1100">
                <a:solidFill>
                  <a:srgbClr val="1F2328"/>
                </a:solidFill>
                <a:latin typeface="Catamaran"/>
                <a:ea typeface="Catamaran"/>
                <a:cs typeface="Catamaran"/>
                <a:sym typeface="Catamaran"/>
              </a:rPr>
              <a:t>6_elezioni.csv</a:t>
            </a:r>
            <a:r>
              <a:rPr lang="en-US" sz="1100">
                <a:solidFill>
                  <a:srgbClr val="1F2328"/>
                </a:solidFill>
                <a:latin typeface="Catamaran"/>
                <a:ea typeface="Catamaran"/>
                <a:cs typeface="Catamaran"/>
                <a:sym typeface="Catamaran"/>
              </a:rPr>
              <a:t>” (</a:t>
            </a:r>
            <a:r>
              <a:rPr b="1" lang="en-US" sz="1100">
                <a:solidFill>
                  <a:srgbClr val="1F2328"/>
                </a:solidFill>
                <a:latin typeface="Catamaran"/>
                <a:ea typeface="Catamaran"/>
                <a:cs typeface="Catamaran"/>
                <a:sym typeface="Catamaran"/>
              </a:rPr>
              <a:t>RadViz is an ideal tool</a:t>
            </a:r>
            <a:r>
              <a:rPr lang="en-US" sz="1100">
                <a:solidFill>
                  <a:srgbClr val="1F2328"/>
                </a:solidFill>
                <a:latin typeface="Catamaran"/>
                <a:ea typeface="Catamaran"/>
                <a:cs typeface="Catamaran"/>
                <a:sym typeface="Catamaran"/>
              </a:rPr>
              <a:t>)</a:t>
            </a:r>
            <a:endParaRPr sz="1100">
              <a:solidFill>
                <a:schemeClr val="dk1"/>
              </a:solidFill>
              <a:latin typeface="Catamaran"/>
              <a:ea typeface="Catamaran"/>
              <a:cs typeface="Catamaran"/>
              <a:sym typeface="Catamaran"/>
            </a:endParaRPr>
          </a:p>
          <a:p>
            <a:pPr indent="0" lvl="0" marL="457200" marR="0" rtl="0" algn="l">
              <a:lnSpc>
                <a:spcPct val="115000"/>
              </a:lnSpc>
              <a:spcBef>
                <a:spcPts val="850"/>
              </a:spcBef>
              <a:spcAft>
                <a:spcPts val="0"/>
              </a:spcAft>
              <a:buNone/>
            </a:pPr>
            <a:r>
              <a:t/>
            </a:r>
            <a:endParaRPr sz="1100">
              <a:latin typeface="Catamaran"/>
              <a:ea typeface="Catamaran"/>
              <a:cs typeface="Catamaran"/>
              <a:sym typeface="Catamaran"/>
            </a:endParaRPr>
          </a:p>
          <a:p>
            <a:pPr indent="0" lvl="0" marL="457200" marR="0" rtl="0" algn="l">
              <a:lnSpc>
                <a:spcPct val="115000"/>
              </a:lnSpc>
              <a:spcBef>
                <a:spcPts val="850"/>
              </a:spcBef>
              <a:spcAft>
                <a:spcPts val="0"/>
              </a:spcAft>
              <a:buNone/>
            </a:pPr>
            <a:r>
              <a:t/>
            </a:r>
            <a:endParaRPr sz="1100">
              <a:latin typeface="Catamaran"/>
              <a:ea typeface="Catamaran"/>
              <a:cs typeface="Catamaran"/>
              <a:sym typeface="Catamar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45"/>
          <p:cNvSpPr txBox="1"/>
          <p:nvPr/>
        </p:nvSpPr>
        <p:spPr>
          <a:xfrm>
            <a:off x="720000" y="720000"/>
            <a:ext cx="7688520" cy="53496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US" sz="2200" strike="noStrike">
                <a:solidFill>
                  <a:srgbClr val="BA131A"/>
                </a:solidFill>
                <a:latin typeface="Catamaran"/>
                <a:ea typeface="Catamaran"/>
                <a:cs typeface="Catamaran"/>
                <a:sym typeface="Catamaran"/>
              </a:rPr>
              <a:t>Visualizations</a:t>
            </a:r>
            <a:endParaRPr b="0" sz="2200" strike="noStrike">
              <a:solidFill>
                <a:srgbClr val="000000"/>
              </a:solidFill>
              <a:latin typeface="Arial"/>
              <a:ea typeface="Arial"/>
              <a:cs typeface="Arial"/>
              <a:sym typeface="Arial"/>
            </a:endParaRPr>
          </a:p>
        </p:txBody>
      </p:sp>
      <p:sp>
        <p:nvSpPr>
          <p:cNvPr id="233" name="Google Shape;233;p45"/>
          <p:cNvSpPr txBox="1"/>
          <p:nvPr/>
        </p:nvSpPr>
        <p:spPr>
          <a:xfrm>
            <a:off x="735480" y="1051200"/>
            <a:ext cx="7688520" cy="460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b="0" i="1" lang="en-US" sz="1400" strike="noStrike">
                <a:solidFill>
                  <a:srgbClr val="595959"/>
                </a:solidFill>
                <a:latin typeface="Catamaran"/>
                <a:ea typeface="Catamaran"/>
                <a:cs typeface="Catamaran"/>
                <a:sym typeface="Catamaran"/>
              </a:rPr>
              <a:t>Complete Dashboard</a:t>
            </a:r>
            <a:endParaRPr b="0" sz="1400" strike="noStrike">
              <a:solidFill>
                <a:srgbClr val="000000"/>
              </a:solidFill>
              <a:latin typeface="Arial"/>
              <a:ea typeface="Arial"/>
              <a:cs typeface="Arial"/>
              <a:sym typeface="Arial"/>
            </a:endParaRPr>
          </a:p>
        </p:txBody>
      </p:sp>
      <p:sp>
        <p:nvSpPr>
          <p:cNvPr id="234" name="Google Shape;234;p45"/>
          <p:cNvSpPr txBox="1"/>
          <p:nvPr/>
        </p:nvSpPr>
        <p:spPr>
          <a:xfrm>
            <a:off x="8536320" y="4749840"/>
            <a:ext cx="548280" cy="39312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None/>
            </a:pPr>
            <a:fld id="{00000000-1234-1234-1234-123412341234}" type="slidenum">
              <a:rPr b="0" lang="en-US" sz="1000" strike="noStrike">
                <a:solidFill>
                  <a:srgbClr val="595959"/>
                </a:solidFill>
                <a:latin typeface="Catamaran"/>
                <a:ea typeface="Catamaran"/>
                <a:cs typeface="Catamaran"/>
                <a:sym typeface="Catamaran"/>
              </a:rPr>
              <a:t>‹#›</a:t>
            </a:fld>
            <a:endParaRPr b="0" sz="1000" strike="noStrike">
              <a:latin typeface="Times New Roman"/>
              <a:ea typeface="Times New Roman"/>
              <a:cs typeface="Times New Roman"/>
              <a:sym typeface="Times New Roman"/>
            </a:endParaRPr>
          </a:p>
        </p:txBody>
      </p:sp>
      <p:pic>
        <p:nvPicPr>
          <p:cNvPr id="235" name="Google Shape;235;p45" title="Foto Dashboard.jpg"/>
          <p:cNvPicPr preferRelativeResize="0"/>
          <p:nvPr/>
        </p:nvPicPr>
        <p:blipFill>
          <a:blip r:embed="rId3">
            <a:alphaModFix/>
          </a:blip>
          <a:stretch>
            <a:fillRect/>
          </a:stretch>
        </p:blipFill>
        <p:spPr>
          <a:xfrm>
            <a:off x="1287825" y="1512000"/>
            <a:ext cx="6698001" cy="31779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46"/>
          <p:cNvSpPr txBox="1"/>
          <p:nvPr/>
        </p:nvSpPr>
        <p:spPr>
          <a:xfrm>
            <a:off x="720000" y="720000"/>
            <a:ext cx="7688520" cy="53496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US" sz="2200" strike="noStrike">
                <a:solidFill>
                  <a:srgbClr val="BA131A"/>
                </a:solidFill>
                <a:latin typeface="Catamaran"/>
                <a:ea typeface="Catamaran"/>
                <a:cs typeface="Catamaran"/>
                <a:sym typeface="Catamaran"/>
              </a:rPr>
              <a:t>Visualizations</a:t>
            </a:r>
            <a:endParaRPr b="0" sz="2200" strike="noStrike">
              <a:solidFill>
                <a:srgbClr val="000000"/>
              </a:solidFill>
              <a:latin typeface="Arial"/>
              <a:ea typeface="Arial"/>
              <a:cs typeface="Arial"/>
              <a:sym typeface="Arial"/>
            </a:endParaRPr>
          </a:p>
        </p:txBody>
      </p:sp>
      <p:sp>
        <p:nvSpPr>
          <p:cNvPr id="241" name="Google Shape;241;p46"/>
          <p:cNvSpPr txBox="1"/>
          <p:nvPr/>
        </p:nvSpPr>
        <p:spPr>
          <a:xfrm>
            <a:off x="735480" y="1051200"/>
            <a:ext cx="7688520" cy="460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i="1" lang="en-US">
                <a:solidFill>
                  <a:srgbClr val="595959"/>
                </a:solidFill>
                <a:latin typeface="Catamaran"/>
                <a:ea typeface="Catamaran"/>
                <a:cs typeface="Catamaran"/>
                <a:sym typeface="Catamaran"/>
              </a:rPr>
              <a:t>RadViz</a:t>
            </a:r>
            <a:endParaRPr b="0" sz="1400" strike="noStrike">
              <a:solidFill>
                <a:srgbClr val="000000"/>
              </a:solidFill>
              <a:latin typeface="Arial"/>
              <a:ea typeface="Arial"/>
              <a:cs typeface="Arial"/>
              <a:sym typeface="Arial"/>
            </a:endParaRPr>
          </a:p>
        </p:txBody>
      </p:sp>
      <p:sp>
        <p:nvSpPr>
          <p:cNvPr id="242" name="Google Shape;242;p46"/>
          <p:cNvSpPr txBox="1"/>
          <p:nvPr/>
        </p:nvSpPr>
        <p:spPr>
          <a:xfrm>
            <a:off x="8536320" y="4749840"/>
            <a:ext cx="548280" cy="39312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None/>
            </a:pPr>
            <a:fld id="{00000000-1234-1234-1234-123412341234}" type="slidenum">
              <a:rPr b="0" lang="en-US" sz="1000" strike="noStrike">
                <a:solidFill>
                  <a:srgbClr val="595959"/>
                </a:solidFill>
                <a:latin typeface="Catamaran"/>
                <a:ea typeface="Catamaran"/>
                <a:cs typeface="Catamaran"/>
                <a:sym typeface="Catamaran"/>
              </a:rPr>
              <a:t>‹#›</a:t>
            </a:fld>
            <a:endParaRPr b="0" sz="1000" strike="noStrike">
              <a:latin typeface="Times New Roman"/>
              <a:ea typeface="Times New Roman"/>
              <a:cs typeface="Times New Roman"/>
              <a:sym typeface="Times New Roman"/>
            </a:endParaRPr>
          </a:p>
        </p:txBody>
      </p:sp>
      <p:sp>
        <p:nvSpPr>
          <p:cNvPr id="243" name="Google Shape;243;p46"/>
          <p:cNvSpPr txBox="1"/>
          <p:nvPr/>
        </p:nvSpPr>
        <p:spPr>
          <a:xfrm>
            <a:off x="943125" y="1699950"/>
            <a:ext cx="3994800" cy="2024400"/>
          </a:xfrm>
          <a:prstGeom prst="rect">
            <a:avLst/>
          </a:prstGeom>
          <a:noFill/>
          <a:ln>
            <a:noFill/>
          </a:ln>
        </p:spPr>
        <p:txBody>
          <a:bodyPr anchorCtr="0" anchor="t" bIns="91425" lIns="91425" spcFirstLastPara="1" rIns="91425" wrap="square" tIns="91425">
            <a:noAutofit/>
          </a:bodyPr>
          <a:lstStyle/>
          <a:p>
            <a:pPr indent="-362100" lvl="0" marL="432000" marR="0" rtl="0" algn="l">
              <a:lnSpc>
                <a:spcPct val="115000"/>
              </a:lnSpc>
              <a:spcBef>
                <a:spcPts val="0"/>
              </a:spcBef>
              <a:spcAft>
                <a:spcPts val="0"/>
              </a:spcAft>
              <a:buClr>
                <a:srgbClr val="000000"/>
              </a:buClr>
              <a:buSzPts val="1095"/>
              <a:buFont typeface="Noto Sans Symbols"/>
              <a:buChar char="●"/>
            </a:pPr>
            <a:r>
              <a:rPr lang="en-US" sz="1100">
                <a:latin typeface="Catamaran"/>
                <a:ea typeface="Catamaran"/>
                <a:cs typeface="Catamaran"/>
                <a:sym typeface="Catamaran"/>
              </a:rPr>
              <a:t>Used for visualizing </a:t>
            </a:r>
            <a:r>
              <a:rPr b="1" lang="en-US" sz="1100">
                <a:latin typeface="Catamaran"/>
                <a:ea typeface="Catamaran"/>
                <a:cs typeface="Catamaran"/>
                <a:sym typeface="Catamaran"/>
              </a:rPr>
              <a:t>high-dimensional data</a:t>
            </a:r>
            <a:r>
              <a:rPr lang="en-US" sz="1100">
                <a:latin typeface="Catamaran"/>
                <a:ea typeface="Catamaran"/>
                <a:cs typeface="Catamaran"/>
                <a:sym typeface="Catamaran"/>
              </a:rPr>
              <a:t> in two dimensions</a:t>
            </a:r>
            <a:endParaRPr b="0" sz="1100" strike="noStrike">
              <a:solidFill>
                <a:srgbClr val="000000"/>
              </a:solidFill>
              <a:latin typeface="Arial"/>
              <a:ea typeface="Arial"/>
              <a:cs typeface="Arial"/>
              <a:sym typeface="Arial"/>
            </a:endParaRPr>
          </a:p>
          <a:p>
            <a:pPr indent="-362100" lvl="0" marL="432000" marR="0" rtl="0" algn="l">
              <a:lnSpc>
                <a:spcPct val="115000"/>
              </a:lnSpc>
              <a:spcBef>
                <a:spcPts val="850"/>
              </a:spcBef>
              <a:spcAft>
                <a:spcPts val="0"/>
              </a:spcAft>
              <a:buClr>
                <a:srgbClr val="000000"/>
              </a:buClr>
              <a:buSzPts val="1095"/>
              <a:buFont typeface="Noto Sans Symbols"/>
              <a:buChar char="●"/>
            </a:pPr>
            <a:r>
              <a:rPr lang="en-US" sz="1100">
                <a:latin typeface="Catamaran"/>
                <a:ea typeface="Catamaran"/>
                <a:cs typeface="Catamaran"/>
                <a:sym typeface="Catamaran"/>
              </a:rPr>
              <a:t>Each variable is represented as an </a:t>
            </a:r>
            <a:r>
              <a:rPr b="1" lang="en-US" sz="1100">
                <a:latin typeface="Catamaran"/>
                <a:ea typeface="Catamaran"/>
                <a:cs typeface="Catamaran"/>
                <a:sym typeface="Catamaran"/>
              </a:rPr>
              <a:t>anchor</a:t>
            </a:r>
            <a:r>
              <a:rPr lang="en-US" sz="1100">
                <a:latin typeface="Catamaran"/>
                <a:ea typeface="Catamaran"/>
                <a:cs typeface="Catamaran"/>
                <a:sym typeface="Catamaran"/>
              </a:rPr>
              <a:t> placed evenly around a circle</a:t>
            </a:r>
            <a:endParaRPr b="0" sz="1100" strike="noStrike">
              <a:solidFill>
                <a:srgbClr val="000000"/>
              </a:solidFill>
              <a:latin typeface="Arial"/>
              <a:ea typeface="Arial"/>
              <a:cs typeface="Arial"/>
              <a:sym typeface="Arial"/>
            </a:endParaRPr>
          </a:p>
          <a:p>
            <a:pPr indent="-362100" lvl="0" marL="432000" marR="0" rtl="0" algn="l">
              <a:lnSpc>
                <a:spcPct val="115000"/>
              </a:lnSpc>
              <a:spcBef>
                <a:spcPts val="850"/>
              </a:spcBef>
              <a:spcAft>
                <a:spcPts val="0"/>
              </a:spcAft>
              <a:buClr>
                <a:srgbClr val="000000"/>
              </a:buClr>
              <a:buSzPts val="1095"/>
              <a:buFont typeface="Noto Sans Symbols"/>
              <a:buChar char="●"/>
            </a:pPr>
            <a:r>
              <a:rPr lang="en-US" sz="1100">
                <a:latin typeface="Catamaran"/>
                <a:ea typeface="Catamaran"/>
                <a:cs typeface="Catamaran"/>
                <a:sym typeface="Catamaran"/>
              </a:rPr>
              <a:t>Data points are positioned based on the </a:t>
            </a:r>
            <a:r>
              <a:rPr b="1" lang="en-US" sz="1100">
                <a:latin typeface="Catamaran"/>
                <a:ea typeface="Catamaran"/>
                <a:cs typeface="Catamaran"/>
                <a:sym typeface="Catamaran"/>
              </a:rPr>
              <a:t>relative influence</a:t>
            </a:r>
            <a:r>
              <a:rPr lang="en-US" sz="1100">
                <a:latin typeface="Catamaran"/>
                <a:ea typeface="Catamaran"/>
                <a:cs typeface="Catamaran"/>
                <a:sym typeface="Catamaran"/>
              </a:rPr>
              <a:t> of all variables</a:t>
            </a:r>
            <a:endParaRPr b="0" sz="1100" strike="noStrike">
              <a:solidFill>
                <a:srgbClr val="000000"/>
              </a:solidFill>
              <a:latin typeface="Arial"/>
              <a:ea typeface="Arial"/>
              <a:cs typeface="Arial"/>
              <a:sym typeface="Arial"/>
            </a:endParaRPr>
          </a:p>
          <a:p>
            <a:pPr indent="-362099" lvl="0" marL="431999" marR="0" rtl="0" algn="l">
              <a:lnSpc>
                <a:spcPct val="115000"/>
              </a:lnSpc>
              <a:spcBef>
                <a:spcPts val="850"/>
              </a:spcBef>
              <a:spcAft>
                <a:spcPts val="0"/>
              </a:spcAft>
              <a:buClr>
                <a:srgbClr val="000000"/>
              </a:buClr>
              <a:buSzPts val="1095"/>
              <a:buFont typeface="Noto Sans Symbols"/>
              <a:buChar char="●"/>
            </a:pPr>
            <a:r>
              <a:rPr lang="en-US" sz="1100">
                <a:latin typeface="Catamaran"/>
                <a:ea typeface="Catamaran"/>
                <a:cs typeface="Catamaran"/>
                <a:sym typeface="Catamaran"/>
              </a:rPr>
              <a:t>Helps reveal patterns, clusters, and data spread in a compact view</a:t>
            </a:r>
            <a:endParaRPr b="0" sz="1100" strike="noStrike">
              <a:solidFill>
                <a:srgbClr val="000000"/>
              </a:solidFill>
              <a:latin typeface="Arial"/>
              <a:ea typeface="Arial"/>
              <a:cs typeface="Arial"/>
              <a:sym typeface="Arial"/>
            </a:endParaRPr>
          </a:p>
          <a:p>
            <a:pPr indent="-362099" lvl="0" marL="431999" marR="0" rtl="0" algn="l">
              <a:lnSpc>
                <a:spcPct val="115000"/>
              </a:lnSpc>
              <a:spcBef>
                <a:spcPts val="850"/>
              </a:spcBef>
              <a:spcAft>
                <a:spcPts val="0"/>
              </a:spcAft>
              <a:buClr>
                <a:srgbClr val="000000"/>
              </a:buClr>
              <a:buSzPts val="1095"/>
              <a:buFont typeface="Noto Sans Symbols"/>
              <a:buChar char="●"/>
            </a:pPr>
            <a:r>
              <a:rPr lang="en-US" sz="1100">
                <a:solidFill>
                  <a:schemeClr val="dk1"/>
                </a:solidFill>
                <a:latin typeface="Catamaran"/>
                <a:ea typeface="Catamaran"/>
                <a:cs typeface="Catamaran"/>
                <a:sym typeface="Catamaran"/>
              </a:rPr>
              <a:t>Suitable for datasets with </a:t>
            </a:r>
            <a:r>
              <a:rPr b="1" lang="en-US" sz="1100">
                <a:solidFill>
                  <a:schemeClr val="dk1"/>
                </a:solidFill>
                <a:latin typeface="Catamaran"/>
                <a:ea typeface="Catamaran"/>
                <a:cs typeface="Catamaran"/>
                <a:sym typeface="Catamaran"/>
              </a:rPr>
              <a:t>comparable variables</a:t>
            </a:r>
            <a:endParaRPr sz="1100">
              <a:latin typeface="Catamaran"/>
              <a:ea typeface="Catamaran"/>
              <a:cs typeface="Catamaran"/>
              <a:sym typeface="Catamaran"/>
            </a:endParaRPr>
          </a:p>
          <a:p>
            <a:pPr indent="-292567" lvl="0" marL="432000" marR="0" rtl="0" algn="l">
              <a:lnSpc>
                <a:spcPct val="115000"/>
              </a:lnSpc>
              <a:spcBef>
                <a:spcPts val="850"/>
              </a:spcBef>
              <a:spcAft>
                <a:spcPts val="0"/>
              </a:spcAft>
              <a:buClr>
                <a:srgbClr val="000000"/>
              </a:buClr>
              <a:buSzPts val="495"/>
              <a:buFont typeface="Noto Sans Symbols"/>
              <a:buNone/>
            </a:pPr>
            <a:r>
              <a:t/>
            </a:r>
            <a:endParaRPr b="0" sz="1100" strike="noStrike">
              <a:solidFill>
                <a:srgbClr val="000000"/>
              </a:solidFill>
              <a:latin typeface="Arial"/>
              <a:ea typeface="Arial"/>
              <a:cs typeface="Arial"/>
              <a:sym typeface="Arial"/>
            </a:endParaRPr>
          </a:p>
        </p:txBody>
      </p:sp>
      <p:pic>
        <p:nvPicPr>
          <p:cNvPr id="244" name="Google Shape;244;p46" title="Screenshot 2025-07-18 alle 16.21.04.png"/>
          <p:cNvPicPr preferRelativeResize="0"/>
          <p:nvPr/>
        </p:nvPicPr>
        <p:blipFill>
          <a:blip r:embed="rId3">
            <a:alphaModFix/>
          </a:blip>
          <a:stretch>
            <a:fillRect/>
          </a:stretch>
        </p:blipFill>
        <p:spPr>
          <a:xfrm>
            <a:off x="4937760" y="1042416"/>
            <a:ext cx="3474300" cy="35867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47"/>
          <p:cNvSpPr txBox="1"/>
          <p:nvPr/>
        </p:nvSpPr>
        <p:spPr>
          <a:xfrm>
            <a:off x="720000" y="720000"/>
            <a:ext cx="7688520" cy="53496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US" sz="2200" strike="noStrike">
                <a:solidFill>
                  <a:srgbClr val="BA131A"/>
                </a:solidFill>
                <a:latin typeface="Catamaran"/>
                <a:ea typeface="Catamaran"/>
                <a:cs typeface="Catamaran"/>
                <a:sym typeface="Catamaran"/>
              </a:rPr>
              <a:t>Visualizations</a:t>
            </a:r>
            <a:endParaRPr b="0" sz="2200" strike="noStrike">
              <a:solidFill>
                <a:srgbClr val="000000"/>
              </a:solidFill>
              <a:latin typeface="Arial"/>
              <a:ea typeface="Arial"/>
              <a:cs typeface="Arial"/>
              <a:sym typeface="Arial"/>
            </a:endParaRPr>
          </a:p>
        </p:txBody>
      </p:sp>
      <p:sp>
        <p:nvSpPr>
          <p:cNvPr id="250" name="Google Shape;250;p47"/>
          <p:cNvSpPr txBox="1"/>
          <p:nvPr/>
        </p:nvSpPr>
        <p:spPr>
          <a:xfrm>
            <a:off x="735480" y="1051200"/>
            <a:ext cx="7688520" cy="460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i="1" lang="en-US">
                <a:solidFill>
                  <a:srgbClr val="595959"/>
                </a:solidFill>
                <a:latin typeface="Catamaran"/>
                <a:ea typeface="Catamaran"/>
                <a:cs typeface="Catamaran"/>
                <a:sym typeface="Catamaran"/>
              </a:rPr>
              <a:t>Small multiples pie chart</a:t>
            </a:r>
            <a:endParaRPr b="0" sz="1400" strike="noStrike">
              <a:solidFill>
                <a:srgbClr val="000000"/>
              </a:solidFill>
              <a:latin typeface="Arial"/>
              <a:ea typeface="Arial"/>
              <a:cs typeface="Arial"/>
              <a:sym typeface="Arial"/>
            </a:endParaRPr>
          </a:p>
        </p:txBody>
      </p:sp>
      <p:sp>
        <p:nvSpPr>
          <p:cNvPr id="251" name="Google Shape;251;p47"/>
          <p:cNvSpPr txBox="1"/>
          <p:nvPr/>
        </p:nvSpPr>
        <p:spPr>
          <a:xfrm>
            <a:off x="8536320" y="4749840"/>
            <a:ext cx="548280" cy="39312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None/>
            </a:pPr>
            <a:fld id="{00000000-1234-1234-1234-123412341234}" type="slidenum">
              <a:rPr b="0" lang="en-US" sz="1000" strike="noStrike">
                <a:solidFill>
                  <a:srgbClr val="595959"/>
                </a:solidFill>
                <a:latin typeface="Catamaran"/>
                <a:ea typeface="Catamaran"/>
                <a:cs typeface="Catamaran"/>
                <a:sym typeface="Catamaran"/>
              </a:rPr>
              <a:t>‹#›</a:t>
            </a:fld>
            <a:endParaRPr b="0" sz="1000" strike="noStrike">
              <a:latin typeface="Times New Roman"/>
              <a:ea typeface="Times New Roman"/>
              <a:cs typeface="Times New Roman"/>
              <a:sym typeface="Times New Roman"/>
            </a:endParaRPr>
          </a:p>
        </p:txBody>
      </p:sp>
      <p:pic>
        <p:nvPicPr>
          <p:cNvPr id="252" name="Google Shape;252;p47" title="Screenshot 2025-07-18 alle 16.27.57.png"/>
          <p:cNvPicPr preferRelativeResize="0"/>
          <p:nvPr/>
        </p:nvPicPr>
        <p:blipFill>
          <a:blip r:embed="rId3">
            <a:alphaModFix/>
          </a:blip>
          <a:stretch>
            <a:fillRect/>
          </a:stretch>
        </p:blipFill>
        <p:spPr>
          <a:xfrm>
            <a:off x="3563374" y="1462813"/>
            <a:ext cx="5137828" cy="2498675"/>
          </a:xfrm>
          <a:prstGeom prst="rect">
            <a:avLst/>
          </a:prstGeom>
          <a:noFill/>
          <a:ln>
            <a:noFill/>
          </a:ln>
        </p:spPr>
      </p:pic>
      <p:sp>
        <p:nvSpPr>
          <p:cNvPr id="253" name="Google Shape;253;p47"/>
          <p:cNvSpPr txBox="1"/>
          <p:nvPr/>
        </p:nvSpPr>
        <p:spPr>
          <a:xfrm>
            <a:off x="851675" y="1699950"/>
            <a:ext cx="2711700" cy="20244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15000"/>
              </a:lnSpc>
              <a:spcBef>
                <a:spcPts val="850"/>
              </a:spcBef>
              <a:spcAft>
                <a:spcPts val="0"/>
              </a:spcAft>
              <a:buSzPts val="1100"/>
              <a:buFont typeface="Catamaran"/>
              <a:buChar char="●"/>
            </a:pPr>
            <a:r>
              <a:rPr lang="en-US" sz="1100">
                <a:latin typeface="Catamaran"/>
                <a:ea typeface="Catamaran"/>
                <a:cs typeface="Catamaran"/>
                <a:sym typeface="Catamaran"/>
              </a:rPr>
              <a:t>Each pie chart represents a </a:t>
            </a:r>
            <a:r>
              <a:rPr b="1" lang="en-US" sz="1100">
                <a:latin typeface="Catamaran"/>
                <a:ea typeface="Catamaran"/>
                <a:cs typeface="Catamaran"/>
                <a:sym typeface="Catamaran"/>
              </a:rPr>
              <a:t>single observation</a:t>
            </a:r>
            <a:r>
              <a:rPr lang="en-US" sz="1100">
                <a:latin typeface="Catamaran"/>
                <a:ea typeface="Catamaran"/>
                <a:cs typeface="Catamaran"/>
                <a:sym typeface="Catamaran"/>
              </a:rPr>
              <a:t> positioned according to its Radviz coordinates</a:t>
            </a:r>
            <a:endParaRPr sz="1100">
              <a:latin typeface="Catamaran"/>
              <a:ea typeface="Catamaran"/>
              <a:cs typeface="Catamaran"/>
              <a:sym typeface="Catamaran"/>
            </a:endParaRPr>
          </a:p>
          <a:p>
            <a:pPr indent="-298450" lvl="0" marL="457200" marR="0" rtl="0" algn="l">
              <a:lnSpc>
                <a:spcPct val="115000"/>
              </a:lnSpc>
              <a:spcBef>
                <a:spcPts val="1000"/>
              </a:spcBef>
              <a:spcAft>
                <a:spcPts val="0"/>
              </a:spcAft>
              <a:buSzPts val="1100"/>
              <a:buFont typeface="Catamaran"/>
              <a:buChar char="●"/>
            </a:pPr>
            <a:r>
              <a:rPr lang="en-US" sz="1100">
                <a:latin typeface="Catamaran"/>
                <a:ea typeface="Catamaran"/>
                <a:cs typeface="Catamaran"/>
                <a:sym typeface="Catamaran"/>
              </a:rPr>
              <a:t>Makes it easy to </a:t>
            </a:r>
            <a:r>
              <a:rPr b="1" lang="en-US" sz="1100">
                <a:latin typeface="Catamaran"/>
                <a:ea typeface="Catamaran"/>
                <a:cs typeface="Catamaran"/>
                <a:sym typeface="Catamaran"/>
              </a:rPr>
              <a:t>compare data</a:t>
            </a:r>
            <a:r>
              <a:rPr lang="en-US" sz="1100">
                <a:latin typeface="Catamaran"/>
                <a:ea typeface="Catamaran"/>
                <a:cs typeface="Catamaran"/>
                <a:sym typeface="Catamaran"/>
              </a:rPr>
              <a:t> by its own divisions</a:t>
            </a:r>
            <a:endParaRPr sz="1100">
              <a:latin typeface="Catamaran"/>
              <a:ea typeface="Catamaran"/>
              <a:cs typeface="Catamaran"/>
              <a:sym typeface="Catamaran"/>
            </a:endParaRPr>
          </a:p>
          <a:p>
            <a:pPr indent="-298450" lvl="0" marL="457200" marR="0" rtl="0" algn="l">
              <a:lnSpc>
                <a:spcPct val="115000"/>
              </a:lnSpc>
              <a:spcBef>
                <a:spcPts val="1000"/>
              </a:spcBef>
              <a:spcAft>
                <a:spcPts val="0"/>
              </a:spcAft>
              <a:buSzPts val="1100"/>
              <a:buFont typeface="Catamaran"/>
              <a:buChar char="●"/>
            </a:pPr>
            <a:r>
              <a:rPr lang="en-US" sz="1100">
                <a:latin typeface="Catamaran"/>
                <a:ea typeface="Catamaran"/>
                <a:cs typeface="Catamaran"/>
                <a:sym typeface="Catamaran"/>
              </a:rPr>
              <a:t>Good for seeing how points with close positions might still have </a:t>
            </a:r>
            <a:r>
              <a:rPr b="1" lang="en-US" sz="1100">
                <a:latin typeface="Catamaran"/>
                <a:ea typeface="Catamaran"/>
                <a:cs typeface="Catamaran"/>
                <a:sym typeface="Catamaran"/>
              </a:rPr>
              <a:t>different variable distributions</a:t>
            </a:r>
            <a:endParaRPr b="1" sz="1100">
              <a:latin typeface="Catamaran"/>
              <a:ea typeface="Catamaran"/>
              <a:cs typeface="Catamaran"/>
              <a:sym typeface="Catamaran"/>
            </a:endParaRPr>
          </a:p>
          <a:p>
            <a:pPr indent="-292567" lvl="0" marL="431999" marR="0" rtl="0" algn="l">
              <a:lnSpc>
                <a:spcPct val="115000"/>
              </a:lnSpc>
              <a:spcBef>
                <a:spcPts val="1000"/>
              </a:spcBef>
              <a:spcAft>
                <a:spcPts val="0"/>
              </a:spcAft>
              <a:buClr>
                <a:srgbClr val="000000"/>
              </a:buClr>
              <a:buSzPts val="495"/>
              <a:buFont typeface="Noto Sans Symbols"/>
              <a:buNone/>
            </a:pPr>
            <a:r>
              <a:t/>
            </a:r>
            <a:endParaRPr sz="1100">
              <a:latin typeface="Catamaran"/>
              <a:ea typeface="Catamaran"/>
              <a:cs typeface="Catamaran"/>
              <a:sym typeface="Catamaran"/>
            </a:endParaRPr>
          </a:p>
          <a:p>
            <a:pPr indent="-292567" lvl="0" marL="431999" marR="0" rtl="0" algn="l">
              <a:lnSpc>
                <a:spcPct val="115000"/>
              </a:lnSpc>
              <a:spcBef>
                <a:spcPts val="850"/>
              </a:spcBef>
              <a:spcAft>
                <a:spcPts val="0"/>
              </a:spcAft>
              <a:buClr>
                <a:srgbClr val="000000"/>
              </a:buClr>
              <a:buSzPts val="495"/>
              <a:buFont typeface="Noto Sans Symbols"/>
              <a:buNone/>
            </a:pPr>
            <a:r>
              <a:t/>
            </a:r>
            <a:endParaRPr sz="1100">
              <a:latin typeface="Catamaran"/>
              <a:ea typeface="Catamaran"/>
              <a:cs typeface="Catamaran"/>
              <a:sym typeface="Catamaran"/>
            </a:endParaRPr>
          </a:p>
          <a:p>
            <a:pPr indent="-292567" lvl="0" marL="431999" marR="0" rtl="0" algn="l">
              <a:lnSpc>
                <a:spcPct val="115000"/>
              </a:lnSpc>
              <a:spcBef>
                <a:spcPts val="850"/>
              </a:spcBef>
              <a:spcAft>
                <a:spcPts val="0"/>
              </a:spcAft>
              <a:buClr>
                <a:srgbClr val="000000"/>
              </a:buClr>
              <a:buSzPts val="495"/>
              <a:buFont typeface="Noto Sans Symbols"/>
              <a:buNone/>
            </a:pPr>
            <a:r>
              <a:t/>
            </a:r>
            <a:endParaRPr sz="1100">
              <a:latin typeface="Catamaran"/>
              <a:ea typeface="Catamaran"/>
              <a:cs typeface="Catamaran"/>
              <a:sym typeface="Catamaran"/>
            </a:endParaRPr>
          </a:p>
          <a:p>
            <a:pPr indent="-292567" lvl="0" marL="431999" marR="0" rtl="0" algn="l">
              <a:lnSpc>
                <a:spcPct val="115000"/>
              </a:lnSpc>
              <a:spcBef>
                <a:spcPts val="850"/>
              </a:spcBef>
              <a:spcAft>
                <a:spcPts val="0"/>
              </a:spcAft>
              <a:buClr>
                <a:srgbClr val="000000"/>
              </a:buClr>
              <a:buSzPts val="495"/>
              <a:buFont typeface="Noto Sans Symbols"/>
              <a:buNone/>
            </a:pPr>
            <a:r>
              <a:t/>
            </a:r>
            <a:endParaRPr sz="1100">
              <a:latin typeface="Catamaran"/>
              <a:ea typeface="Catamaran"/>
              <a:cs typeface="Catamaran"/>
              <a:sym typeface="Catamaran"/>
            </a:endParaRPr>
          </a:p>
        </p:txBody>
      </p:sp>
      <p:pic>
        <p:nvPicPr>
          <p:cNvPr id="254" name="Google Shape;254;p47"/>
          <p:cNvPicPr preferRelativeResize="0"/>
          <p:nvPr/>
        </p:nvPicPr>
        <p:blipFill>
          <a:blip r:embed="rId4">
            <a:alphaModFix/>
          </a:blip>
          <a:stretch>
            <a:fillRect/>
          </a:stretch>
        </p:blipFill>
        <p:spPr>
          <a:xfrm rot="-5400000">
            <a:off x="1522400" y="3623725"/>
            <a:ext cx="1308500" cy="1385125"/>
          </a:xfrm>
          <a:prstGeom prst="rect">
            <a:avLst/>
          </a:prstGeom>
          <a:noFill/>
          <a:ln>
            <a:noFill/>
          </a:ln>
          <a:effectLst>
            <a:outerShdw blurRad="57150" rotWithShape="0" algn="bl" dir="8400000" dist="180975">
              <a:srgbClr val="000000">
                <a:alpha val="30000"/>
              </a:srgbClr>
            </a:outerShdw>
            <a:reflection blurRad="0" dir="5400000" dist="38100" endA="0" endPos="30000" fadeDir="5400012" kx="0" rotWithShape="0" algn="bl" stPos="0" sy="-100000" ky="0"/>
          </a:effectLst>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48"/>
          <p:cNvSpPr txBox="1"/>
          <p:nvPr/>
        </p:nvSpPr>
        <p:spPr>
          <a:xfrm>
            <a:off x="720000" y="720000"/>
            <a:ext cx="7688520" cy="53496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US" sz="2200" strike="noStrike">
                <a:solidFill>
                  <a:srgbClr val="BA131A"/>
                </a:solidFill>
                <a:latin typeface="Catamaran"/>
                <a:ea typeface="Catamaran"/>
                <a:cs typeface="Catamaran"/>
                <a:sym typeface="Catamaran"/>
              </a:rPr>
              <a:t>Visualizations</a:t>
            </a:r>
            <a:endParaRPr b="0" sz="2200" strike="noStrike">
              <a:solidFill>
                <a:srgbClr val="000000"/>
              </a:solidFill>
              <a:latin typeface="Arial"/>
              <a:ea typeface="Arial"/>
              <a:cs typeface="Arial"/>
              <a:sym typeface="Arial"/>
            </a:endParaRPr>
          </a:p>
        </p:txBody>
      </p:sp>
      <p:sp>
        <p:nvSpPr>
          <p:cNvPr id="260" name="Google Shape;260;p48"/>
          <p:cNvSpPr txBox="1"/>
          <p:nvPr/>
        </p:nvSpPr>
        <p:spPr>
          <a:xfrm>
            <a:off x="735480" y="1051200"/>
            <a:ext cx="7688520" cy="460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i="1" lang="en-US">
                <a:solidFill>
                  <a:srgbClr val="595959"/>
                </a:solidFill>
                <a:latin typeface="Catamaran"/>
                <a:ea typeface="Catamaran"/>
                <a:cs typeface="Catamaran"/>
                <a:sym typeface="Catamaran"/>
              </a:rPr>
              <a:t>Stacked bar chart</a:t>
            </a:r>
            <a:endParaRPr b="0" sz="1400" strike="noStrike">
              <a:solidFill>
                <a:srgbClr val="000000"/>
              </a:solidFill>
              <a:latin typeface="Arial"/>
              <a:ea typeface="Arial"/>
              <a:cs typeface="Arial"/>
              <a:sym typeface="Arial"/>
            </a:endParaRPr>
          </a:p>
        </p:txBody>
      </p:sp>
      <p:sp>
        <p:nvSpPr>
          <p:cNvPr id="261" name="Google Shape;261;p48"/>
          <p:cNvSpPr txBox="1"/>
          <p:nvPr/>
        </p:nvSpPr>
        <p:spPr>
          <a:xfrm>
            <a:off x="8536320" y="4749840"/>
            <a:ext cx="548280" cy="39312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None/>
            </a:pPr>
            <a:fld id="{00000000-1234-1234-1234-123412341234}" type="slidenum">
              <a:rPr b="0" lang="en-US" sz="1000" strike="noStrike">
                <a:solidFill>
                  <a:srgbClr val="595959"/>
                </a:solidFill>
                <a:latin typeface="Catamaran"/>
                <a:ea typeface="Catamaran"/>
                <a:cs typeface="Catamaran"/>
                <a:sym typeface="Catamaran"/>
              </a:rPr>
              <a:t>‹#›</a:t>
            </a:fld>
            <a:endParaRPr b="0" sz="1000" strike="noStrike">
              <a:latin typeface="Times New Roman"/>
              <a:ea typeface="Times New Roman"/>
              <a:cs typeface="Times New Roman"/>
              <a:sym typeface="Times New Roman"/>
            </a:endParaRPr>
          </a:p>
        </p:txBody>
      </p:sp>
      <p:pic>
        <p:nvPicPr>
          <p:cNvPr id="262" name="Google Shape;262;p48" title="Screenshot 2025-07-18 alle 16.38.37.png"/>
          <p:cNvPicPr preferRelativeResize="0"/>
          <p:nvPr/>
        </p:nvPicPr>
        <p:blipFill>
          <a:blip r:embed="rId3">
            <a:alphaModFix/>
          </a:blip>
          <a:stretch>
            <a:fillRect/>
          </a:stretch>
        </p:blipFill>
        <p:spPr>
          <a:xfrm>
            <a:off x="4638285" y="1749790"/>
            <a:ext cx="4034642" cy="1924729"/>
          </a:xfrm>
          <a:prstGeom prst="rect">
            <a:avLst/>
          </a:prstGeom>
          <a:noFill/>
          <a:ln>
            <a:noFill/>
          </a:ln>
        </p:spPr>
      </p:pic>
      <p:sp>
        <p:nvSpPr>
          <p:cNvPr id="263" name="Google Shape;263;p48"/>
          <p:cNvSpPr txBox="1"/>
          <p:nvPr/>
        </p:nvSpPr>
        <p:spPr>
          <a:xfrm>
            <a:off x="851675" y="1699950"/>
            <a:ext cx="3786600" cy="20244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15000"/>
              </a:lnSpc>
              <a:spcBef>
                <a:spcPts val="850"/>
              </a:spcBef>
              <a:spcAft>
                <a:spcPts val="0"/>
              </a:spcAft>
              <a:buSzPts val="1100"/>
              <a:buFont typeface="Catamaran"/>
              <a:buChar char="●"/>
            </a:pPr>
            <a:r>
              <a:rPr lang="en-US" sz="1100">
                <a:latin typeface="Catamaran"/>
                <a:ea typeface="Catamaran"/>
                <a:cs typeface="Catamaran"/>
                <a:sym typeface="Catamaran"/>
              </a:rPr>
              <a:t>Each bar represents a </a:t>
            </a:r>
            <a:r>
              <a:rPr b="1" lang="en-US" sz="1100">
                <a:latin typeface="Catamaran"/>
                <a:ea typeface="Catamaran"/>
                <a:cs typeface="Catamaran"/>
                <a:sym typeface="Catamaran"/>
              </a:rPr>
              <a:t>single entity</a:t>
            </a:r>
            <a:r>
              <a:rPr lang="en-US" sz="1100">
                <a:latin typeface="Catamaran"/>
                <a:ea typeface="Catamaran"/>
                <a:cs typeface="Catamaran"/>
                <a:sym typeface="Catamaran"/>
              </a:rPr>
              <a:t> in the dataset</a:t>
            </a:r>
            <a:endParaRPr sz="1100">
              <a:latin typeface="Catamaran"/>
              <a:ea typeface="Catamaran"/>
              <a:cs typeface="Catamaran"/>
              <a:sym typeface="Catamaran"/>
            </a:endParaRPr>
          </a:p>
          <a:p>
            <a:pPr indent="-298450" lvl="0" marL="457200" marR="0" rtl="0" algn="l">
              <a:lnSpc>
                <a:spcPct val="115000"/>
              </a:lnSpc>
              <a:spcBef>
                <a:spcPts val="1000"/>
              </a:spcBef>
              <a:spcAft>
                <a:spcPts val="0"/>
              </a:spcAft>
              <a:buSzPts val="1100"/>
              <a:buFont typeface="Catamaran"/>
              <a:buChar char="●"/>
            </a:pPr>
            <a:r>
              <a:rPr lang="en-US" sz="1100">
                <a:latin typeface="Catamaran"/>
                <a:ea typeface="Catamaran"/>
                <a:cs typeface="Catamaran"/>
                <a:sym typeface="Catamaran"/>
              </a:rPr>
              <a:t>The segments within each bar show </a:t>
            </a:r>
            <a:r>
              <a:rPr b="1" lang="en-US" sz="1100">
                <a:latin typeface="Catamaran"/>
                <a:ea typeface="Catamaran"/>
                <a:cs typeface="Catamaran"/>
                <a:sym typeface="Catamaran"/>
              </a:rPr>
              <a:t>how the total is divided </a:t>
            </a:r>
            <a:r>
              <a:rPr lang="en-US" sz="1100">
                <a:latin typeface="Catamaran"/>
                <a:ea typeface="Catamaran"/>
                <a:cs typeface="Catamaran"/>
                <a:sym typeface="Catamaran"/>
              </a:rPr>
              <a:t>across different categories</a:t>
            </a:r>
            <a:endParaRPr sz="1100">
              <a:latin typeface="Catamaran"/>
              <a:ea typeface="Catamaran"/>
              <a:cs typeface="Catamaran"/>
              <a:sym typeface="Catamaran"/>
            </a:endParaRPr>
          </a:p>
          <a:p>
            <a:pPr indent="-298450" lvl="0" marL="457200" marR="0" rtl="0" algn="l">
              <a:lnSpc>
                <a:spcPct val="115000"/>
              </a:lnSpc>
              <a:spcBef>
                <a:spcPts val="1000"/>
              </a:spcBef>
              <a:spcAft>
                <a:spcPts val="0"/>
              </a:spcAft>
              <a:buSzPts val="1100"/>
              <a:buFont typeface="Catamaran"/>
              <a:buChar char="●"/>
            </a:pPr>
            <a:r>
              <a:rPr lang="en-US" sz="1100">
                <a:latin typeface="Catamaran"/>
                <a:ea typeface="Catamaran"/>
                <a:cs typeface="Catamaran"/>
                <a:sym typeface="Catamaran"/>
              </a:rPr>
              <a:t>Useful for comparing </a:t>
            </a:r>
            <a:r>
              <a:rPr b="1" lang="en-US" sz="1100">
                <a:latin typeface="Catamaran"/>
                <a:ea typeface="Catamaran"/>
                <a:cs typeface="Catamaran"/>
                <a:sym typeface="Catamaran"/>
              </a:rPr>
              <a:t>both totals and internal composition </a:t>
            </a:r>
            <a:r>
              <a:rPr lang="en-US" sz="1100">
                <a:latin typeface="Catamaran"/>
                <a:ea typeface="Catamaran"/>
                <a:cs typeface="Catamaran"/>
                <a:sym typeface="Catamaran"/>
              </a:rPr>
              <a:t>between points</a:t>
            </a:r>
            <a:endParaRPr sz="1100">
              <a:latin typeface="Catamaran"/>
              <a:ea typeface="Catamaran"/>
              <a:cs typeface="Catamaran"/>
              <a:sym typeface="Catamaran"/>
            </a:endParaRPr>
          </a:p>
          <a:p>
            <a:pPr indent="-298450" lvl="0" marL="457200" marR="0" rtl="0" algn="l">
              <a:lnSpc>
                <a:spcPct val="115000"/>
              </a:lnSpc>
              <a:spcBef>
                <a:spcPts val="1000"/>
              </a:spcBef>
              <a:spcAft>
                <a:spcPts val="0"/>
              </a:spcAft>
              <a:buSzPts val="1100"/>
              <a:buFont typeface="Catamaran"/>
              <a:buChar char="●"/>
            </a:pPr>
            <a:r>
              <a:rPr lang="en-US" sz="1100">
                <a:latin typeface="Catamaran"/>
                <a:ea typeface="Catamaran"/>
                <a:cs typeface="Catamaran"/>
                <a:sym typeface="Catamaran"/>
              </a:rPr>
              <a:t>Ideal for visualizing proportional data that </a:t>
            </a:r>
            <a:r>
              <a:rPr b="1" lang="en-US" sz="1100">
                <a:latin typeface="Catamaran"/>
                <a:ea typeface="Catamaran"/>
                <a:cs typeface="Catamaran"/>
                <a:sym typeface="Catamaran"/>
              </a:rPr>
              <a:t>adds up to a whole</a:t>
            </a:r>
            <a:r>
              <a:rPr lang="en-US" sz="1100">
                <a:latin typeface="Catamaran"/>
                <a:ea typeface="Catamaran"/>
                <a:cs typeface="Catamaran"/>
                <a:sym typeface="Catamaran"/>
              </a:rPr>
              <a:t> (e.g. 100%)</a:t>
            </a:r>
            <a:endParaRPr sz="1100">
              <a:latin typeface="Catamaran"/>
              <a:ea typeface="Catamaran"/>
              <a:cs typeface="Catamaran"/>
              <a:sym typeface="Catamaran"/>
            </a:endParaRPr>
          </a:p>
          <a:p>
            <a:pPr indent="-292567" lvl="0" marL="431999" marR="0" rtl="0" algn="l">
              <a:lnSpc>
                <a:spcPct val="115000"/>
              </a:lnSpc>
              <a:spcBef>
                <a:spcPts val="1000"/>
              </a:spcBef>
              <a:spcAft>
                <a:spcPts val="0"/>
              </a:spcAft>
              <a:buClr>
                <a:srgbClr val="000000"/>
              </a:buClr>
              <a:buSzPts val="495"/>
              <a:buFont typeface="Noto Sans Symbols"/>
              <a:buNone/>
            </a:pPr>
            <a:r>
              <a:t/>
            </a:r>
            <a:endParaRPr sz="1100">
              <a:latin typeface="Catamaran"/>
              <a:ea typeface="Catamaran"/>
              <a:cs typeface="Catamaran"/>
              <a:sym typeface="Catamaran"/>
            </a:endParaRPr>
          </a:p>
          <a:p>
            <a:pPr indent="-292567" lvl="0" marL="431999" marR="0" rtl="0" algn="l">
              <a:lnSpc>
                <a:spcPct val="115000"/>
              </a:lnSpc>
              <a:spcBef>
                <a:spcPts val="850"/>
              </a:spcBef>
              <a:spcAft>
                <a:spcPts val="0"/>
              </a:spcAft>
              <a:buClr>
                <a:srgbClr val="000000"/>
              </a:buClr>
              <a:buSzPts val="495"/>
              <a:buFont typeface="Noto Sans Symbols"/>
              <a:buNone/>
            </a:pPr>
            <a:r>
              <a:t/>
            </a:r>
            <a:endParaRPr sz="1100">
              <a:latin typeface="Catamaran"/>
              <a:ea typeface="Catamaran"/>
              <a:cs typeface="Catamaran"/>
              <a:sym typeface="Catamaran"/>
            </a:endParaRPr>
          </a:p>
          <a:p>
            <a:pPr indent="-292567" lvl="0" marL="431999" marR="0" rtl="0" algn="l">
              <a:lnSpc>
                <a:spcPct val="115000"/>
              </a:lnSpc>
              <a:spcBef>
                <a:spcPts val="850"/>
              </a:spcBef>
              <a:spcAft>
                <a:spcPts val="0"/>
              </a:spcAft>
              <a:buClr>
                <a:srgbClr val="000000"/>
              </a:buClr>
              <a:buSzPts val="495"/>
              <a:buFont typeface="Noto Sans Symbols"/>
              <a:buNone/>
            </a:pPr>
            <a:r>
              <a:t/>
            </a:r>
            <a:endParaRPr sz="1100">
              <a:latin typeface="Catamaran"/>
              <a:ea typeface="Catamaran"/>
              <a:cs typeface="Catamaran"/>
              <a:sym typeface="Catamaran"/>
            </a:endParaRPr>
          </a:p>
          <a:p>
            <a:pPr indent="-292567" lvl="0" marL="431999" marR="0" rtl="0" algn="l">
              <a:lnSpc>
                <a:spcPct val="115000"/>
              </a:lnSpc>
              <a:spcBef>
                <a:spcPts val="850"/>
              </a:spcBef>
              <a:spcAft>
                <a:spcPts val="0"/>
              </a:spcAft>
              <a:buClr>
                <a:srgbClr val="000000"/>
              </a:buClr>
              <a:buSzPts val="495"/>
              <a:buFont typeface="Noto Sans Symbols"/>
              <a:buNone/>
            </a:pPr>
            <a:r>
              <a:t/>
            </a:r>
            <a:endParaRPr sz="1100">
              <a:latin typeface="Catamaran"/>
              <a:ea typeface="Catamaran"/>
              <a:cs typeface="Catamaran"/>
              <a:sym typeface="Catamar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49"/>
          <p:cNvSpPr txBox="1"/>
          <p:nvPr/>
        </p:nvSpPr>
        <p:spPr>
          <a:xfrm>
            <a:off x="720000" y="720000"/>
            <a:ext cx="7688520" cy="53496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US" sz="2200" strike="noStrike">
                <a:solidFill>
                  <a:srgbClr val="BA131A"/>
                </a:solidFill>
                <a:latin typeface="Catamaran"/>
                <a:ea typeface="Catamaran"/>
                <a:cs typeface="Catamaran"/>
                <a:sym typeface="Catamaran"/>
              </a:rPr>
              <a:t>Visualizations</a:t>
            </a:r>
            <a:endParaRPr b="0" sz="2200" strike="noStrike">
              <a:solidFill>
                <a:srgbClr val="000000"/>
              </a:solidFill>
              <a:latin typeface="Arial"/>
              <a:ea typeface="Arial"/>
              <a:cs typeface="Arial"/>
              <a:sym typeface="Arial"/>
            </a:endParaRPr>
          </a:p>
        </p:txBody>
      </p:sp>
      <p:sp>
        <p:nvSpPr>
          <p:cNvPr id="269" name="Google Shape;269;p49"/>
          <p:cNvSpPr txBox="1"/>
          <p:nvPr/>
        </p:nvSpPr>
        <p:spPr>
          <a:xfrm>
            <a:off x="735480" y="1051200"/>
            <a:ext cx="7688400" cy="460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i="1" lang="en-US">
                <a:solidFill>
                  <a:srgbClr val="595959"/>
                </a:solidFill>
                <a:latin typeface="Catamaran"/>
                <a:ea typeface="Catamaran"/>
                <a:cs typeface="Catamaran"/>
                <a:sym typeface="Catamaran"/>
              </a:rPr>
              <a:t>Radar chart</a:t>
            </a:r>
            <a:endParaRPr b="0" sz="1400" strike="noStrike">
              <a:solidFill>
                <a:srgbClr val="000000"/>
              </a:solidFill>
              <a:latin typeface="Arial"/>
              <a:ea typeface="Arial"/>
              <a:cs typeface="Arial"/>
              <a:sym typeface="Arial"/>
            </a:endParaRPr>
          </a:p>
        </p:txBody>
      </p:sp>
      <p:sp>
        <p:nvSpPr>
          <p:cNvPr id="270" name="Google Shape;270;p49"/>
          <p:cNvSpPr txBox="1"/>
          <p:nvPr/>
        </p:nvSpPr>
        <p:spPr>
          <a:xfrm>
            <a:off x="8536320" y="4749840"/>
            <a:ext cx="548280" cy="39312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None/>
            </a:pPr>
            <a:fld id="{00000000-1234-1234-1234-123412341234}" type="slidenum">
              <a:rPr b="0" lang="en-US" sz="1000" strike="noStrike">
                <a:solidFill>
                  <a:srgbClr val="595959"/>
                </a:solidFill>
                <a:latin typeface="Catamaran"/>
                <a:ea typeface="Catamaran"/>
                <a:cs typeface="Catamaran"/>
                <a:sym typeface="Catamaran"/>
              </a:rPr>
              <a:t>‹#›</a:t>
            </a:fld>
            <a:endParaRPr b="0" sz="1000" strike="noStrike">
              <a:latin typeface="Times New Roman"/>
              <a:ea typeface="Times New Roman"/>
              <a:cs typeface="Times New Roman"/>
              <a:sym typeface="Times New Roman"/>
            </a:endParaRPr>
          </a:p>
        </p:txBody>
      </p:sp>
      <p:pic>
        <p:nvPicPr>
          <p:cNvPr id="271" name="Google Shape;271;p49" title="Screenshot 2025-07-18 alle 16.44.31.png"/>
          <p:cNvPicPr preferRelativeResize="0"/>
          <p:nvPr/>
        </p:nvPicPr>
        <p:blipFill>
          <a:blip r:embed="rId3">
            <a:alphaModFix/>
          </a:blip>
          <a:stretch>
            <a:fillRect/>
          </a:stretch>
        </p:blipFill>
        <p:spPr>
          <a:xfrm>
            <a:off x="4831705" y="1245625"/>
            <a:ext cx="3861340" cy="2933038"/>
          </a:xfrm>
          <a:prstGeom prst="rect">
            <a:avLst/>
          </a:prstGeom>
          <a:noFill/>
          <a:ln>
            <a:noFill/>
          </a:ln>
        </p:spPr>
      </p:pic>
      <p:sp>
        <p:nvSpPr>
          <p:cNvPr id="272" name="Google Shape;272;p49"/>
          <p:cNvSpPr txBox="1"/>
          <p:nvPr/>
        </p:nvSpPr>
        <p:spPr>
          <a:xfrm>
            <a:off x="851675" y="1699950"/>
            <a:ext cx="3786600" cy="20244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15000"/>
              </a:lnSpc>
              <a:spcBef>
                <a:spcPts val="850"/>
              </a:spcBef>
              <a:spcAft>
                <a:spcPts val="0"/>
              </a:spcAft>
              <a:buSzPts val="1100"/>
              <a:buFont typeface="Catamaran"/>
              <a:buChar char="●"/>
            </a:pPr>
            <a:r>
              <a:rPr lang="en-US" sz="1100">
                <a:latin typeface="Catamaran"/>
                <a:ea typeface="Catamaran"/>
                <a:cs typeface="Catamaran"/>
                <a:sym typeface="Catamaran"/>
              </a:rPr>
              <a:t>Each entity is shown as a bordered </a:t>
            </a:r>
            <a:r>
              <a:rPr b="1" lang="en-US" sz="1100">
                <a:latin typeface="Catamaran"/>
                <a:ea typeface="Catamaran"/>
                <a:cs typeface="Catamaran"/>
                <a:sym typeface="Catamaran"/>
              </a:rPr>
              <a:t>shape</a:t>
            </a:r>
            <a:r>
              <a:rPr lang="en-US" sz="1100">
                <a:latin typeface="Catamaran"/>
                <a:ea typeface="Catamaran"/>
                <a:cs typeface="Catamaran"/>
                <a:sym typeface="Catamaran"/>
              </a:rPr>
              <a:t> connecting its values across multiple variables</a:t>
            </a:r>
            <a:endParaRPr sz="1100">
              <a:latin typeface="Catamaran"/>
              <a:ea typeface="Catamaran"/>
              <a:cs typeface="Catamaran"/>
              <a:sym typeface="Catamaran"/>
            </a:endParaRPr>
          </a:p>
          <a:p>
            <a:pPr indent="-298450" lvl="0" marL="457200" marR="0" rtl="0" algn="l">
              <a:lnSpc>
                <a:spcPct val="115000"/>
              </a:lnSpc>
              <a:spcBef>
                <a:spcPts val="1000"/>
              </a:spcBef>
              <a:spcAft>
                <a:spcPts val="0"/>
              </a:spcAft>
              <a:buSzPts val="1100"/>
              <a:buFont typeface="Catamaran"/>
              <a:buChar char="●"/>
            </a:pPr>
            <a:r>
              <a:rPr lang="en-US" sz="1100">
                <a:latin typeface="Catamaran"/>
                <a:ea typeface="Catamaran"/>
                <a:cs typeface="Catamaran"/>
                <a:sym typeface="Catamaran"/>
              </a:rPr>
              <a:t>Variables are arranged as </a:t>
            </a:r>
            <a:r>
              <a:rPr b="1" lang="en-US" sz="1100">
                <a:latin typeface="Catamaran"/>
                <a:ea typeface="Catamaran"/>
                <a:cs typeface="Catamaran"/>
                <a:sym typeface="Catamaran"/>
              </a:rPr>
              <a:t>axes radiating from a central point</a:t>
            </a:r>
            <a:endParaRPr b="1" sz="1100">
              <a:latin typeface="Catamaran"/>
              <a:ea typeface="Catamaran"/>
              <a:cs typeface="Catamaran"/>
              <a:sym typeface="Catamaran"/>
            </a:endParaRPr>
          </a:p>
          <a:p>
            <a:pPr indent="-298450" lvl="0" marL="457200" marR="0" rtl="0" algn="l">
              <a:lnSpc>
                <a:spcPct val="115000"/>
              </a:lnSpc>
              <a:spcBef>
                <a:spcPts val="1000"/>
              </a:spcBef>
              <a:spcAft>
                <a:spcPts val="0"/>
              </a:spcAft>
              <a:buSzPts val="1100"/>
              <a:buFont typeface="Catamaran"/>
              <a:buChar char="●"/>
            </a:pPr>
            <a:r>
              <a:rPr lang="en-US" sz="1100">
                <a:latin typeface="Catamaran"/>
                <a:ea typeface="Catamaran"/>
                <a:cs typeface="Catamaran"/>
                <a:sym typeface="Catamaran"/>
              </a:rPr>
              <a:t>The distance from the center shows the </a:t>
            </a:r>
            <a:r>
              <a:rPr b="1" lang="en-US" sz="1100">
                <a:latin typeface="Catamaran"/>
                <a:ea typeface="Catamaran"/>
                <a:cs typeface="Catamaran"/>
                <a:sym typeface="Catamaran"/>
              </a:rPr>
              <a:t>magnitude</a:t>
            </a:r>
            <a:r>
              <a:rPr lang="en-US" sz="1100">
                <a:latin typeface="Catamaran"/>
                <a:ea typeface="Catamaran"/>
                <a:cs typeface="Catamaran"/>
                <a:sym typeface="Catamaran"/>
              </a:rPr>
              <a:t> for each variable</a:t>
            </a:r>
            <a:endParaRPr sz="1100">
              <a:latin typeface="Catamaran"/>
              <a:ea typeface="Catamaran"/>
              <a:cs typeface="Catamaran"/>
              <a:sym typeface="Catamaran"/>
            </a:endParaRPr>
          </a:p>
          <a:p>
            <a:pPr indent="-298450" lvl="0" marL="457200" marR="0" rtl="0" algn="l">
              <a:lnSpc>
                <a:spcPct val="115000"/>
              </a:lnSpc>
              <a:spcBef>
                <a:spcPts val="1000"/>
              </a:spcBef>
              <a:spcAft>
                <a:spcPts val="0"/>
              </a:spcAft>
              <a:buSzPts val="1100"/>
              <a:buFont typeface="Catamaran"/>
              <a:buChar char="●"/>
            </a:pPr>
            <a:r>
              <a:rPr lang="en-US" sz="1100">
                <a:latin typeface="Catamaran"/>
                <a:ea typeface="Catamaran"/>
                <a:cs typeface="Catamaran"/>
                <a:sym typeface="Catamaran"/>
              </a:rPr>
              <a:t>Useful for spotting strengths, weaknesses, or similarities in multivariable data</a:t>
            </a:r>
            <a:endParaRPr sz="1100">
              <a:latin typeface="Catamaran"/>
              <a:ea typeface="Catamaran"/>
              <a:cs typeface="Catamaran"/>
              <a:sym typeface="Catamaran"/>
            </a:endParaRPr>
          </a:p>
          <a:p>
            <a:pPr indent="-292567" lvl="0" marL="431999" marR="0" rtl="0" algn="l">
              <a:lnSpc>
                <a:spcPct val="115000"/>
              </a:lnSpc>
              <a:spcBef>
                <a:spcPts val="1000"/>
              </a:spcBef>
              <a:spcAft>
                <a:spcPts val="0"/>
              </a:spcAft>
              <a:buClr>
                <a:srgbClr val="000000"/>
              </a:buClr>
              <a:buSzPts val="495"/>
              <a:buFont typeface="Noto Sans Symbols"/>
              <a:buNone/>
            </a:pPr>
            <a:r>
              <a:t/>
            </a:r>
            <a:endParaRPr sz="1100">
              <a:latin typeface="Catamaran"/>
              <a:ea typeface="Catamaran"/>
              <a:cs typeface="Catamaran"/>
              <a:sym typeface="Catamaran"/>
            </a:endParaRPr>
          </a:p>
          <a:p>
            <a:pPr indent="-292567" lvl="0" marL="431999" marR="0" rtl="0" algn="l">
              <a:lnSpc>
                <a:spcPct val="115000"/>
              </a:lnSpc>
              <a:spcBef>
                <a:spcPts val="850"/>
              </a:spcBef>
              <a:spcAft>
                <a:spcPts val="0"/>
              </a:spcAft>
              <a:buClr>
                <a:srgbClr val="000000"/>
              </a:buClr>
              <a:buSzPts val="495"/>
              <a:buFont typeface="Noto Sans Symbols"/>
              <a:buNone/>
            </a:pPr>
            <a:r>
              <a:t/>
            </a:r>
            <a:endParaRPr sz="1100">
              <a:latin typeface="Catamaran"/>
              <a:ea typeface="Catamaran"/>
              <a:cs typeface="Catamaran"/>
              <a:sym typeface="Catamaran"/>
            </a:endParaRPr>
          </a:p>
          <a:p>
            <a:pPr indent="-292567" lvl="0" marL="431999" marR="0" rtl="0" algn="l">
              <a:lnSpc>
                <a:spcPct val="115000"/>
              </a:lnSpc>
              <a:spcBef>
                <a:spcPts val="850"/>
              </a:spcBef>
              <a:spcAft>
                <a:spcPts val="0"/>
              </a:spcAft>
              <a:buClr>
                <a:srgbClr val="000000"/>
              </a:buClr>
              <a:buSzPts val="495"/>
              <a:buFont typeface="Noto Sans Symbols"/>
              <a:buNone/>
            </a:pPr>
            <a:r>
              <a:t/>
            </a:r>
            <a:endParaRPr sz="1100">
              <a:latin typeface="Catamaran"/>
              <a:ea typeface="Catamaran"/>
              <a:cs typeface="Catamaran"/>
              <a:sym typeface="Catamaran"/>
            </a:endParaRPr>
          </a:p>
          <a:p>
            <a:pPr indent="-292567" lvl="0" marL="431999" marR="0" rtl="0" algn="l">
              <a:lnSpc>
                <a:spcPct val="115000"/>
              </a:lnSpc>
              <a:spcBef>
                <a:spcPts val="850"/>
              </a:spcBef>
              <a:spcAft>
                <a:spcPts val="0"/>
              </a:spcAft>
              <a:buClr>
                <a:srgbClr val="000000"/>
              </a:buClr>
              <a:buSzPts val="495"/>
              <a:buFont typeface="Noto Sans Symbols"/>
              <a:buNone/>
            </a:pPr>
            <a:r>
              <a:t/>
            </a:r>
            <a:endParaRPr sz="1100">
              <a:latin typeface="Catamaran"/>
              <a:ea typeface="Catamaran"/>
              <a:cs typeface="Catamaran"/>
              <a:sym typeface="Catamar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50"/>
          <p:cNvSpPr txBox="1"/>
          <p:nvPr/>
        </p:nvSpPr>
        <p:spPr>
          <a:xfrm>
            <a:off x="720000" y="720000"/>
            <a:ext cx="7688520" cy="53496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US" sz="2200" strike="noStrike">
                <a:solidFill>
                  <a:srgbClr val="BA131A"/>
                </a:solidFill>
                <a:latin typeface="Catamaran"/>
                <a:ea typeface="Catamaran"/>
                <a:cs typeface="Catamaran"/>
                <a:sym typeface="Catamaran"/>
              </a:rPr>
              <a:t>Insights</a:t>
            </a:r>
            <a:endParaRPr b="0" sz="2200" strike="noStrike">
              <a:solidFill>
                <a:srgbClr val="000000"/>
              </a:solidFill>
              <a:latin typeface="Arial"/>
              <a:ea typeface="Arial"/>
              <a:cs typeface="Arial"/>
              <a:sym typeface="Arial"/>
            </a:endParaRPr>
          </a:p>
        </p:txBody>
      </p:sp>
      <p:sp>
        <p:nvSpPr>
          <p:cNvPr id="278" name="Google Shape;278;p50"/>
          <p:cNvSpPr txBox="1"/>
          <p:nvPr/>
        </p:nvSpPr>
        <p:spPr>
          <a:xfrm>
            <a:off x="735480" y="1051200"/>
            <a:ext cx="7688520" cy="460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i="1" lang="en-US">
                <a:solidFill>
                  <a:srgbClr val="595959"/>
                </a:solidFill>
                <a:latin typeface="Catamaran"/>
                <a:ea typeface="Catamaran"/>
                <a:cs typeface="Catamaran"/>
                <a:sym typeface="Catamaran"/>
              </a:rPr>
              <a:t>Data with fixed active domains </a:t>
            </a:r>
            <a:endParaRPr b="0" sz="1400" strike="noStrike">
              <a:solidFill>
                <a:srgbClr val="000000"/>
              </a:solidFill>
              <a:latin typeface="Arial"/>
              <a:ea typeface="Arial"/>
              <a:cs typeface="Arial"/>
              <a:sym typeface="Arial"/>
            </a:endParaRPr>
          </a:p>
        </p:txBody>
      </p:sp>
      <p:sp>
        <p:nvSpPr>
          <p:cNvPr id="279" name="Google Shape;279;p50"/>
          <p:cNvSpPr txBox="1"/>
          <p:nvPr/>
        </p:nvSpPr>
        <p:spPr>
          <a:xfrm>
            <a:off x="8536320" y="4749840"/>
            <a:ext cx="548280" cy="39312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None/>
            </a:pPr>
            <a:fld id="{00000000-1234-1234-1234-123412341234}" type="slidenum">
              <a:rPr b="0" lang="en-US" sz="1000" strike="noStrike">
                <a:solidFill>
                  <a:srgbClr val="595959"/>
                </a:solidFill>
                <a:latin typeface="Catamaran"/>
                <a:ea typeface="Catamaran"/>
                <a:cs typeface="Catamaran"/>
                <a:sym typeface="Catamaran"/>
              </a:rPr>
              <a:t>‹#›</a:t>
            </a:fld>
            <a:endParaRPr b="0" sz="1000" strike="noStrike">
              <a:latin typeface="Times New Roman"/>
              <a:ea typeface="Times New Roman"/>
              <a:cs typeface="Times New Roman"/>
              <a:sym typeface="Times New Roman"/>
            </a:endParaRPr>
          </a:p>
        </p:txBody>
      </p:sp>
      <p:pic>
        <p:nvPicPr>
          <p:cNvPr id="280" name="Google Shape;280;p50" title="Screenshot 2025-07-19 alle 15.34.47.png"/>
          <p:cNvPicPr preferRelativeResize="0"/>
          <p:nvPr/>
        </p:nvPicPr>
        <p:blipFill>
          <a:blip r:embed="rId3">
            <a:alphaModFix/>
          </a:blip>
          <a:stretch>
            <a:fillRect/>
          </a:stretch>
        </p:blipFill>
        <p:spPr>
          <a:xfrm>
            <a:off x="4828032" y="1243584"/>
            <a:ext cx="3343790" cy="3326701"/>
          </a:xfrm>
          <a:prstGeom prst="rect">
            <a:avLst/>
          </a:prstGeom>
          <a:noFill/>
          <a:ln>
            <a:noFill/>
          </a:ln>
        </p:spPr>
      </p:pic>
      <p:sp>
        <p:nvSpPr>
          <p:cNvPr id="281" name="Google Shape;281;p50"/>
          <p:cNvSpPr txBox="1"/>
          <p:nvPr/>
        </p:nvSpPr>
        <p:spPr>
          <a:xfrm>
            <a:off x="851675" y="1699950"/>
            <a:ext cx="3786600" cy="20244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15000"/>
              </a:lnSpc>
              <a:spcBef>
                <a:spcPts val="850"/>
              </a:spcBef>
              <a:spcAft>
                <a:spcPts val="0"/>
              </a:spcAft>
              <a:buSzPts val="1100"/>
              <a:buFont typeface="Catamaran"/>
              <a:buChar char="●"/>
            </a:pPr>
            <a:r>
              <a:rPr lang="en-US" sz="1100">
                <a:latin typeface="Catamaran"/>
                <a:ea typeface="Catamaran"/>
                <a:cs typeface="Catamaran"/>
                <a:sym typeface="Catamaran"/>
              </a:rPr>
              <a:t>The graph is indeed </a:t>
            </a:r>
            <a:r>
              <a:rPr b="1" lang="en-US" sz="1100">
                <a:latin typeface="Catamaran"/>
                <a:ea typeface="Catamaran"/>
                <a:cs typeface="Catamaran"/>
                <a:sym typeface="Catamaran"/>
              </a:rPr>
              <a:t>stable </a:t>
            </a:r>
            <a:r>
              <a:rPr lang="en-US" sz="1100">
                <a:latin typeface="Catamaran"/>
                <a:ea typeface="Catamaran"/>
                <a:cs typeface="Catamaran"/>
                <a:sym typeface="Catamaran"/>
              </a:rPr>
              <a:t>but it </a:t>
            </a:r>
            <a:r>
              <a:rPr lang="en-US" sz="1100">
                <a:latin typeface="Catamaran"/>
                <a:ea typeface="Catamaran"/>
                <a:cs typeface="Catamaran"/>
                <a:sym typeface="Catamaran"/>
              </a:rPr>
              <a:t>highly</a:t>
            </a:r>
            <a:r>
              <a:rPr lang="en-US" sz="1100">
                <a:latin typeface="Catamaran"/>
                <a:ea typeface="Catamaran"/>
                <a:cs typeface="Catamaran"/>
                <a:sym typeface="Catamaran"/>
              </a:rPr>
              <a:t> depends on the domains and their correlation </a:t>
            </a:r>
            <a:endParaRPr sz="1100">
              <a:latin typeface="Catamaran"/>
              <a:ea typeface="Catamaran"/>
              <a:cs typeface="Catamaran"/>
              <a:sym typeface="Catamaran"/>
            </a:endParaRPr>
          </a:p>
          <a:p>
            <a:pPr indent="-298450" lvl="0" marL="457200" marR="0" rtl="0" algn="l">
              <a:lnSpc>
                <a:spcPct val="115000"/>
              </a:lnSpc>
              <a:spcBef>
                <a:spcPts val="1000"/>
              </a:spcBef>
              <a:spcAft>
                <a:spcPts val="0"/>
              </a:spcAft>
              <a:buSzPts val="1100"/>
              <a:buFont typeface="Catamaran"/>
              <a:buChar char="●"/>
            </a:pPr>
            <a:r>
              <a:rPr lang="en-US" sz="1100">
                <a:solidFill>
                  <a:schemeClr val="dk1"/>
                </a:solidFill>
                <a:latin typeface="Catamaran"/>
                <a:ea typeface="Catamaran"/>
                <a:cs typeface="Catamaran"/>
                <a:sym typeface="Catamaran"/>
              </a:rPr>
              <a:t>The choice of ranges strongly </a:t>
            </a:r>
            <a:r>
              <a:rPr b="1" lang="en-US" sz="1100">
                <a:solidFill>
                  <a:schemeClr val="dk1"/>
                </a:solidFill>
                <a:latin typeface="Catamaran"/>
                <a:ea typeface="Catamaran"/>
                <a:cs typeface="Catamaran"/>
                <a:sym typeface="Catamaran"/>
              </a:rPr>
              <a:t>impacts the visualization</a:t>
            </a:r>
            <a:r>
              <a:rPr lang="en-US" sz="1100">
                <a:solidFill>
                  <a:schemeClr val="dk1"/>
                </a:solidFill>
                <a:latin typeface="Catamaran"/>
                <a:ea typeface="Catamaran"/>
                <a:cs typeface="Catamaran"/>
                <a:sym typeface="Catamaran"/>
              </a:rPr>
              <a:t>, the selected domain may empathise or </a:t>
            </a:r>
            <a:r>
              <a:rPr lang="en-US" sz="1100">
                <a:solidFill>
                  <a:schemeClr val="dk1"/>
                </a:solidFill>
                <a:latin typeface="Catamaran"/>
                <a:ea typeface="Catamaran"/>
                <a:cs typeface="Catamaran"/>
                <a:sym typeface="Catamaran"/>
              </a:rPr>
              <a:t>suppress</a:t>
            </a:r>
            <a:r>
              <a:rPr lang="en-US" sz="1100">
                <a:solidFill>
                  <a:schemeClr val="dk1"/>
                </a:solidFill>
                <a:latin typeface="Catamaran"/>
                <a:ea typeface="Catamaran"/>
                <a:cs typeface="Catamaran"/>
                <a:sym typeface="Catamaran"/>
              </a:rPr>
              <a:t> certain features</a:t>
            </a:r>
            <a:endParaRPr sz="1100">
              <a:solidFill>
                <a:schemeClr val="dk1"/>
              </a:solidFill>
              <a:latin typeface="Catamaran"/>
              <a:ea typeface="Catamaran"/>
              <a:cs typeface="Catamaran"/>
              <a:sym typeface="Catamaran"/>
            </a:endParaRPr>
          </a:p>
          <a:p>
            <a:pPr indent="-298450" lvl="0" marL="457200" marR="0" rtl="0" algn="l">
              <a:lnSpc>
                <a:spcPct val="115000"/>
              </a:lnSpc>
              <a:spcBef>
                <a:spcPts val="1000"/>
              </a:spcBef>
              <a:spcAft>
                <a:spcPts val="0"/>
              </a:spcAft>
              <a:buSzPts val="1100"/>
              <a:buFont typeface="Catamaran"/>
              <a:buChar char="●"/>
            </a:pPr>
            <a:r>
              <a:rPr lang="en-US" sz="1100">
                <a:latin typeface="Catamaran"/>
                <a:ea typeface="Catamaran"/>
                <a:cs typeface="Catamaran"/>
                <a:sym typeface="Catamaran"/>
              </a:rPr>
              <a:t>In this case</a:t>
            </a:r>
            <a:r>
              <a:rPr lang="en-US" sz="1100">
                <a:solidFill>
                  <a:srgbClr val="1F2328"/>
                </a:solidFill>
                <a:latin typeface="Catamaran"/>
                <a:ea typeface="Catamaran"/>
                <a:cs typeface="Catamaran"/>
                <a:sym typeface="Catamaran"/>
              </a:rPr>
              <a:t>, </a:t>
            </a:r>
            <a:r>
              <a:rPr i="1" lang="en-US" sz="1100">
                <a:solidFill>
                  <a:srgbClr val="1F2328"/>
                </a:solidFill>
                <a:latin typeface="Catamaran"/>
                <a:ea typeface="Catamaran"/>
                <a:cs typeface="Catamaran"/>
                <a:sym typeface="Catamaran"/>
              </a:rPr>
              <a:t>“punteggio_sicurezza” </a:t>
            </a:r>
            <a:r>
              <a:rPr lang="en-US" sz="1100">
                <a:solidFill>
                  <a:srgbClr val="1F2328"/>
                </a:solidFill>
                <a:latin typeface="Catamaran"/>
                <a:ea typeface="Catamaran"/>
                <a:cs typeface="Catamaran"/>
                <a:sym typeface="Catamaran"/>
              </a:rPr>
              <a:t>dominates the chart, </a:t>
            </a:r>
            <a:r>
              <a:rPr b="1" lang="en-US" sz="1100">
                <a:solidFill>
                  <a:srgbClr val="1F2328"/>
                </a:solidFill>
                <a:latin typeface="Catamaran"/>
                <a:ea typeface="Catamaran"/>
                <a:cs typeface="Catamaran"/>
                <a:sym typeface="Catamaran"/>
              </a:rPr>
              <a:t>making it hard </a:t>
            </a:r>
            <a:r>
              <a:rPr lang="en-US" sz="1100">
                <a:solidFill>
                  <a:srgbClr val="1F2328"/>
                </a:solidFill>
                <a:latin typeface="Catamaran"/>
                <a:ea typeface="Catamaran"/>
                <a:cs typeface="Catamaran"/>
                <a:sym typeface="Catamaran"/>
              </a:rPr>
              <a:t>to find any correlation with the other anchors</a:t>
            </a:r>
            <a:endParaRPr sz="1100">
              <a:latin typeface="Catamaran"/>
              <a:ea typeface="Catamaran"/>
              <a:cs typeface="Catamaran"/>
              <a:sym typeface="Catamaran"/>
            </a:endParaRPr>
          </a:p>
          <a:p>
            <a:pPr indent="-292567" lvl="0" marL="431999" marR="0" rtl="0" algn="l">
              <a:lnSpc>
                <a:spcPct val="115000"/>
              </a:lnSpc>
              <a:spcBef>
                <a:spcPts val="1000"/>
              </a:spcBef>
              <a:spcAft>
                <a:spcPts val="0"/>
              </a:spcAft>
              <a:buClr>
                <a:srgbClr val="000000"/>
              </a:buClr>
              <a:buSzPts val="495"/>
              <a:buFont typeface="Noto Sans Symbols"/>
              <a:buNone/>
            </a:pPr>
            <a:r>
              <a:t/>
            </a:r>
            <a:endParaRPr sz="1100">
              <a:latin typeface="Catamaran"/>
              <a:ea typeface="Catamaran"/>
              <a:cs typeface="Catamaran"/>
              <a:sym typeface="Catamaran"/>
            </a:endParaRPr>
          </a:p>
          <a:p>
            <a:pPr indent="-292567" lvl="0" marL="431999" marR="0" rtl="0" algn="l">
              <a:lnSpc>
                <a:spcPct val="115000"/>
              </a:lnSpc>
              <a:spcBef>
                <a:spcPts val="850"/>
              </a:spcBef>
              <a:spcAft>
                <a:spcPts val="0"/>
              </a:spcAft>
              <a:buClr>
                <a:srgbClr val="000000"/>
              </a:buClr>
              <a:buSzPts val="495"/>
              <a:buFont typeface="Noto Sans Symbols"/>
              <a:buNone/>
            </a:pPr>
            <a:r>
              <a:t/>
            </a:r>
            <a:endParaRPr sz="1100">
              <a:latin typeface="Catamaran"/>
              <a:ea typeface="Catamaran"/>
              <a:cs typeface="Catamaran"/>
              <a:sym typeface="Catamaran"/>
            </a:endParaRPr>
          </a:p>
          <a:p>
            <a:pPr indent="-292567" lvl="0" marL="431999" marR="0" rtl="0" algn="l">
              <a:lnSpc>
                <a:spcPct val="115000"/>
              </a:lnSpc>
              <a:spcBef>
                <a:spcPts val="850"/>
              </a:spcBef>
              <a:spcAft>
                <a:spcPts val="0"/>
              </a:spcAft>
              <a:buClr>
                <a:srgbClr val="000000"/>
              </a:buClr>
              <a:buSzPts val="495"/>
              <a:buFont typeface="Noto Sans Symbols"/>
              <a:buNone/>
            </a:pPr>
            <a:r>
              <a:t/>
            </a:r>
            <a:endParaRPr sz="1100">
              <a:latin typeface="Catamaran"/>
              <a:ea typeface="Catamaran"/>
              <a:cs typeface="Catamaran"/>
              <a:sym typeface="Catamaran"/>
            </a:endParaRPr>
          </a:p>
          <a:p>
            <a:pPr indent="-292567" lvl="0" marL="431999" marR="0" rtl="0" algn="l">
              <a:lnSpc>
                <a:spcPct val="115000"/>
              </a:lnSpc>
              <a:spcBef>
                <a:spcPts val="850"/>
              </a:spcBef>
              <a:spcAft>
                <a:spcPts val="0"/>
              </a:spcAft>
              <a:buClr>
                <a:srgbClr val="000000"/>
              </a:buClr>
              <a:buSzPts val="495"/>
              <a:buFont typeface="Noto Sans Symbols"/>
              <a:buNone/>
            </a:pPr>
            <a:r>
              <a:t/>
            </a:r>
            <a:endParaRPr sz="1100">
              <a:latin typeface="Catamaran"/>
              <a:ea typeface="Catamaran"/>
              <a:cs typeface="Catamaran"/>
              <a:sym typeface="Catamar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51"/>
          <p:cNvSpPr txBox="1"/>
          <p:nvPr/>
        </p:nvSpPr>
        <p:spPr>
          <a:xfrm>
            <a:off x="720000" y="720000"/>
            <a:ext cx="7688400" cy="534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US" sz="2200" strike="noStrike">
                <a:solidFill>
                  <a:srgbClr val="BA131A"/>
                </a:solidFill>
                <a:latin typeface="Catamaran"/>
                <a:ea typeface="Catamaran"/>
                <a:cs typeface="Catamaran"/>
                <a:sym typeface="Catamaran"/>
              </a:rPr>
              <a:t>Insights</a:t>
            </a:r>
            <a:endParaRPr b="0" sz="2200" strike="noStrike">
              <a:solidFill>
                <a:srgbClr val="000000"/>
              </a:solidFill>
              <a:latin typeface="Arial"/>
              <a:ea typeface="Arial"/>
              <a:cs typeface="Arial"/>
              <a:sym typeface="Arial"/>
            </a:endParaRPr>
          </a:p>
        </p:txBody>
      </p:sp>
      <p:sp>
        <p:nvSpPr>
          <p:cNvPr id="287" name="Google Shape;287;p51"/>
          <p:cNvSpPr txBox="1"/>
          <p:nvPr/>
        </p:nvSpPr>
        <p:spPr>
          <a:xfrm>
            <a:off x="735480" y="1051200"/>
            <a:ext cx="7688400" cy="460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i="1" lang="en-US">
                <a:solidFill>
                  <a:srgbClr val="595959"/>
                </a:solidFill>
                <a:latin typeface="Catamaran"/>
                <a:ea typeface="Catamaran"/>
                <a:cs typeface="Catamaran"/>
                <a:sym typeface="Catamaran"/>
              </a:rPr>
              <a:t>Data with fixed and common active domains </a:t>
            </a:r>
            <a:endParaRPr b="0" sz="1400" strike="noStrike">
              <a:solidFill>
                <a:srgbClr val="000000"/>
              </a:solidFill>
              <a:latin typeface="Arial"/>
              <a:ea typeface="Arial"/>
              <a:cs typeface="Arial"/>
              <a:sym typeface="Arial"/>
            </a:endParaRPr>
          </a:p>
        </p:txBody>
      </p:sp>
      <p:sp>
        <p:nvSpPr>
          <p:cNvPr id="288" name="Google Shape;288;p51"/>
          <p:cNvSpPr txBox="1"/>
          <p:nvPr/>
        </p:nvSpPr>
        <p:spPr>
          <a:xfrm>
            <a:off x="8536320" y="4749840"/>
            <a:ext cx="548400" cy="3930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None/>
            </a:pPr>
            <a:fld id="{00000000-1234-1234-1234-123412341234}" type="slidenum">
              <a:rPr b="0" lang="en-US" sz="1000" strike="noStrike">
                <a:solidFill>
                  <a:srgbClr val="595959"/>
                </a:solidFill>
                <a:latin typeface="Catamaran"/>
                <a:ea typeface="Catamaran"/>
                <a:cs typeface="Catamaran"/>
                <a:sym typeface="Catamaran"/>
              </a:rPr>
              <a:t>‹#›</a:t>
            </a:fld>
            <a:endParaRPr b="0" sz="1000" strike="noStrike">
              <a:latin typeface="Times New Roman"/>
              <a:ea typeface="Times New Roman"/>
              <a:cs typeface="Times New Roman"/>
              <a:sym typeface="Times New Roman"/>
            </a:endParaRPr>
          </a:p>
        </p:txBody>
      </p:sp>
      <p:pic>
        <p:nvPicPr>
          <p:cNvPr id="289" name="Google Shape;289;p51" title="Screenshot 2025-07-19 alle 15.50.30.png"/>
          <p:cNvPicPr preferRelativeResize="0"/>
          <p:nvPr/>
        </p:nvPicPr>
        <p:blipFill rotWithShape="1">
          <a:blip r:embed="rId3">
            <a:alphaModFix/>
          </a:blip>
          <a:srcRect b="0" l="436" r="426" t="0"/>
          <a:stretch/>
        </p:blipFill>
        <p:spPr>
          <a:xfrm>
            <a:off x="4828032" y="1243584"/>
            <a:ext cx="3343791" cy="3326700"/>
          </a:xfrm>
          <a:prstGeom prst="rect">
            <a:avLst/>
          </a:prstGeom>
          <a:noFill/>
          <a:ln>
            <a:noFill/>
          </a:ln>
        </p:spPr>
      </p:pic>
      <p:sp>
        <p:nvSpPr>
          <p:cNvPr id="290" name="Google Shape;290;p51"/>
          <p:cNvSpPr txBox="1"/>
          <p:nvPr/>
        </p:nvSpPr>
        <p:spPr>
          <a:xfrm>
            <a:off x="851675" y="1699950"/>
            <a:ext cx="3786600" cy="20244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15000"/>
              </a:lnSpc>
              <a:spcBef>
                <a:spcPts val="850"/>
              </a:spcBef>
              <a:spcAft>
                <a:spcPts val="0"/>
              </a:spcAft>
              <a:buSzPts val="1100"/>
              <a:buFont typeface="Catamaran"/>
              <a:buChar char="●"/>
            </a:pPr>
            <a:r>
              <a:rPr b="1" lang="en-US" sz="1100">
                <a:latin typeface="Catamaran"/>
                <a:ea typeface="Catamaran"/>
                <a:cs typeface="Catamaran"/>
                <a:sym typeface="Catamaran"/>
              </a:rPr>
              <a:t>Normalization is simple and balanced</a:t>
            </a:r>
            <a:r>
              <a:rPr lang="en-US" sz="1100">
                <a:latin typeface="Catamaran"/>
                <a:ea typeface="Catamaran"/>
                <a:cs typeface="Catamaran"/>
                <a:sym typeface="Catamaran"/>
              </a:rPr>
              <a:t>,</a:t>
            </a:r>
            <a:r>
              <a:rPr lang="en-US" sz="1100">
                <a:latin typeface="Catamaran"/>
                <a:ea typeface="Catamaran"/>
                <a:cs typeface="Catamaran"/>
                <a:sym typeface="Catamaran"/>
              </a:rPr>
              <a:t> all grades are on the same 18–30 scale, so bringing them to [0,1] doesn’t introduce bias between subjects</a:t>
            </a:r>
            <a:endParaRPr sz="1100">
              <a:latin typeface="Catamaran"/>
              <a:ea typeface="Catamaran"/>
              <a:cs typeface="Catamaran"/>
              <a:sym typeface="Catamaran"/>
            </a:endParaRPr>
          </a:p>
          <a:p>
            <a:pPr indent="-298450" lvl="0" marL="457200" marR="0" rtl="0" algn="l">
              <a:lnSpc>
                <a:spcPct val="115000"/>
              </a:lnSpc>
              <a:spcBef>
                <a:spcPts val="1000"/>
              </a:spcBef>
              <a:spcAft>
                <a:spcPts val="0"/>
              </a:spcAft>
              <a:buSzPts val="1100"/>
              <a:buFont typeface="Catamaran"/>
              <a:buChar char="●"/>
            </a:pPr>
            <a:r>
              <a:rPr lang="en-US" sz="1100">
                <a:solidFill>
                  <a:schemeClr val="dk1"/>
                </a:solidFill>
                <a:latin typeface="Catamaran"/>
                <a:ea typeface="Catamaran"/>
                <a:cs typeface="Catamaran"/>
                <a:sym typeface="Catamaran"/>
              </a:rPr>
              <a:t>Unlike percentages or vote shares, </a:t>
            </a:r>
            <a:r>
              <a:rPr b="1" lang="en-US" sz="1100">
                <a:solidFill>
                  <a:schemeClr val="dk1"/>
                </a:solidFill>
                <a:latin typeface="Catamaran"/>
                <a:ea typeface="Catamaran"/>
                <a:cs typeface="Catamaran"/>
                <a:sym typeface="Catamaran"/>
              </a:rPr>
              <a:t>g</a:t>
            </a:r>
            <a:r>
              <a:rPr b="1" lang="en-US" sz="1100">
                <a:solidFill>
                  <a:schemeClr val="dk1"/>
                </a:solidFill>
                <a:latin typeface="Catamaran"/>
                <a:ea typeface="Catamaran"/>
                <a:cs typeface="Catamaran"/>
                <a:sym typeface="Catamaran"/>
              </a:rPr>
              <a:t>rades don’t naturally combine</a:t>
            </a:r>
            <a:r>
              <a:rPr lang="en-US" sz="1100">
                <a:solidFill>
                  <a:schemeClr val="dk1"/>
                </a:solidFill>
                <a:latin typeface="Catamaran"/>
                <a:ea typeface="Catamaran"/>
                <a:cs typeface="Catamaran"/>
                <a:sym typeface="Catamaran"/>
              </a:rPr>
              <a:t>; </a:t>
            </a:r>
            <a:r>
              <a:rPr lang="en-US" sz="1100">
                <a:solidFill>
                  <a:schemeClr val="dk1"/>
                </a:solidFill>
                <a:latin typeface="Catamaran"/>
                <a:ea typeface="Catamaran"/>
                <a:cs typeface="Catamaran"/>
                <a:sym typeface="Catamaran"/>
              </a:rPr>
              <a:t>different subjects don’t add up to something meaningful, so when a point is in the middle of the chart, it’s not always clear what that means in reality</a:t>
            </a:r>
            <a:endParaRPr sz="1100">
              <a:solidFill>
                <a:schemeClr val="dk1"/>
              </a:solidFill>
              <a:latin typeface="Catamaran"/>
              <a:ea typeface="Catamaran"/>
              <a:cs typeface="Catamaran"/>
              <a:sym typeface="Catamaran"/>
            </a:endParaRPr>
          </a:p>
          <a:p>
            <a:pPr indent="-298450" lvl="0" marL="457200" marR="0" rtl="0" algn="l">
              <a:lnSpc>
                <a:spcPct val="115000"/>
              </a:lnSpc>
              <a:spcBef>
                <a:spcPts val="1000"/>
              </a:spcBef>
              <a:spcAft>
                <a:spcPts val="0"/>
              </a:spcAft>
              <a:buSzPts val="1100"/>
              <a:buFont typeface="Catamaran"/>
              <a:buChar char="●"/>
            </a:pPr>
            <a:r>
              <a:rPr lang="en-US" sz="1100">
                <a:latin typeface="Catamaran"/>
                <a:ea typeface="Catamaran"/>
                <a:cs typeface="Catamaran"/>
                <a:sym typeface="Catamaran"/>
              </a:rPr>
              <a:t>The visualization is indeed more readable and clear and common domains </a:t>
            </a:r>
            <a:r>
              <a:rPr b="1" lang="en-US" sz="1100">
                <a:latin typeface="Catamaran"/>
                <a:ea typeface="Catamaran"/>
                <a:cs typeface="Catamaran"/>
                <a:sym typeface="Catamaran"/>
              </a:rPr>
              <a:t>help spotting patterns</a:t>
            </a:r>
            <a:r>
              <a:rPr lang="en-US" sz="1100">
                <a:latin typeface="Catamaran"/>
                <a:ea typeface="Catamaran"/>
                <a:cs typeface="Catamaran"/>
                <a:sym typeface="Catamaran"/>
              </a:rPr>
              <a:t> and grouping</a:t>
            </a:r>
            <a:endParaRPr sz="1100">
              <a:latin typeface="Catamaran"/>
              <a:ea typeface="Catamaran"/>
              <a:cs typeface="Catamaran"/>
              <a:sym typeface="Catamaran"/>
            </a:endParaRPr>
          </a:p>
          <a:p>
            <a:pPr indent="-292567" lvl="0" marL="431999" marR="0" rtl="0" algn="l">
              <a:lnSpc>
                <a:spcPct val="115000"/>
              </a:lnSpc>
              <a:spcBef>
                <a:spcPts val="1000"/>
              </a:spcBef>
              <a:spcAft>
                <a:spcPts val="0"/>
              </a:spcAft>
              <a:buClr>
                <a:srgbClr val="000000"/>
              </a:buClr>
              <a:buSzPts val="495"/>
              <a:buFont typeface="Noto Sans Symbols"/>
              <a:buNone/>
            </a:pPr>
            <a:r>
              <a:t/>
            </a:r>
            <a:endParaRPr sz="1100">
              <a:latin typeface="Catamaran"/>
              <a:ea typeface="Catamaran"/>
              <a:cs typeface="Catamaran"/>
              <a:sym typeface="Catamaran"/>
            </a:endParaRPr>
          </a:p>
          <a:p>
            <a:pPr indent="-292567" lvl="0" marL="431999" marR="0" rtl="0" algn="l">
              <a:lnSpc>
                <a:spcPct val="115000"/>
              </a:lnSpc>
              <a:spcBef>
                <a:spcPts val="850"/>
              </a:spcBef>
              <a:spcAft>
                <a:spcPts val="0"/>
              </a:spcAft>
              <a:buClr>
                <a:srgbClr val="000000"/>
              </a:buClr>
              <a:buSzPts val="495"/>
              <a:buFont typeface="Noto Sans Symbols"/>
              <a:buNone/>
            </a:pPr>
            <a:r>
              <a:t/>
            </a:r>
            <a:endParaRPr sz="1100">
              <a:latin typeface="Catamaran"/>
              <a:ea typeface="Catamaran"/>
              <a:cs typeface="Catamaran"/>
              <a:sym typeface="Catamaran"/>
            </a:endParaRPr>
          </a:p>
          <a:p>
            <a:pPr indent="-292567" lvl="0" marL="431999" marR="0" rtl="0" algn="l">
              <a:lnSpc>
                <a:spcPct val="115000"/>
              </a:lnSpc>
              <a:spcBef>
                <a:spcPts val="850"/>
              </a:spcBef>
              <a:spcAft>
                <a:spcPts val="0"/>
              </a:spcAft>
              <a:buClr>
                <a:srgbClr val="000000"/>
              </a:buClr>
              <a:buSzPts val="495"/>
              <a:buFont typeface="Noto Sans Symbols"/>
              <a:buNone/>
            </a:pPr>
            <a:r>
              <a:t/>
            </a:r>
            <a:endParaRPr sz="1100">
              <a:latin typeface="Catamaran"/>
              <a:ea typeface="Catamaran"/>
              <a:cs typeface="Catamaran"/>
              <a:sym typeface="Catamaran"/>
            </a:endParaRPr>
          </a:p>
          <a:p>
            <a:pPr indent="-292567" lvl="0" marL="431999" marR="0" rtl="0" algn="l">
              <a:lnSpc>
                <a:spcPct val="115000"/>
              </a:lnSpc>
              <a:spcBef>
                <a:spcPts val="850"/>
              </a:spcBef>
              <a:spcAft>
                <a:spcPts val="0"/>
              </a:spcAft>
              <a:buClr>
                <a:srgbClr val="000000"/>
              </a:buClr>
              <a:buSzPts val="495"/>
              <a:buFont typeface="Noto Sans Symbols"/>
              <a:buNone/>
            </a:pPr>
            <a:r>
              <a:t/>
            </a:r>
            <a:endParaRPr sz="1100">
              <a:latin typeface="Catamaran"/>
              <a:ea typeface="Catamaran"/>
              <a:cs typeface="Catamaran"/>
              <a:sym typeface="Catamar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52"/>
          <p:cNvSpPr txBox="1"/>
          <p:nvPr/>
        </p:nvSpPr>
        <p:spPr>
          <a:xfrm>
            <a:off x="720000" y="720000"/>
            <a:ext cx="7688400" cy="534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US" sz="2200" strike="noStrike">
                <a:solidFill>
                  <a:srgbClr val="BA131A"/>
                </a:solidFill>
                <a:latin typeface="Catamaran"/>
                <a:ea typeface="Catamaran"/>
                <a:cs typeface="Catamaran"/>
                <a:sym typeface="Catamaran"/>
              </a:rPr>
              <a:t>Insights</a:t>
            </a:r>
            <a:endParaRPr b="0" sz="2200" strike="noStrike">
              <a:solidFill>
                <a:srgbClr val="000000"/>
              </a:solidFill>
              <a:latin typeface="Arial"/>
              <a:ea typeface="Arial"/>
              <a:cs typeface="Arial"/>
              <a:sym typeface="Arial"/>
            </a:endParaRPr>
          </a:p>
        </p:txBody>
      </p:sp>
      <p:sp>
        <p:nvSpPr>
          <p:cNvPr id="296" name="Google Shape;296;p52"/>
          <p:cNvSpPr txBox="1"/>
          <p:nvPr/>
        </p:nvSpPr>
        <p:spPr>
          <a:xfrm>
            <a:off x="735480" y="1051200"/>
            <a:ext cx="7688400" cy="460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i="1" lang="en-US">
                <a:solidFill>
                  <a:srgbClr val="595959"/>
                </a:solidFill>
                <a:latin typeface="Catamaran"/>
                <a:ea typeface="Catamaran"/>
                <a:cs typeface="Catamaran"/>
                <a:sym typeface="Catamaran"/>
              </a:rPr>
              <a:t>Data with all active domains fixed to [0,1]</a:t>
            </a:r>
            <a:endParaRPr b="0" sz="1400" strike="noStrike">
              <a:solidFill>
                <a:srgbClr val="000000"/>
              </a:solidFill>
              <a:latin typeface="Arial"/>
              <a:ea typeface="Arial"/>
              <a:cs typeface="Arial"/>
              <a:sym typeface="Arial"/>
            </a:endParaRPr>
          </a:p>
        </p:txBody>
      </p:sp>
      <p:sp>
        <p:nvSpPr>
          <p:cNvPr id="297" name="Google Shape;297;p52"/>
          <p:cNvSpPr txBox="1"/>
          <p:nvPr/>
        </p:nvSpPr>
        <p:spPr>
          <a:xfrm>
            <a:off x="8536320" y="4749840"/>
            <a:ext cx="548400" cy="3930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None/>
            </a:pPr>
            <a:fld id="{00000000-1234-1234-1234-123412341234}" type="slidenum">
              <a:rPr b="0" lang="en-US" sz="1000" strike="noStrike">
                <a:solidFill>
                  <a:srgbClr val="595959"/>
                </a:solidFill>
                <a:latin typeface="Catamaran"/>
                <a:ea typeface="Catamaran"/>
                <a:cs typeface="Catamaran"/>
                <a:sym typeface="Catamaran"/>
              </a:rPr>
              <a:t>‹#›</a:t>
            </a:fld>
            <a:endParaRPr b="0" sz="1000" strike="noStrike">
              <a:latin typeface="Times New Roman"/>
              <a:ea typeface="Times New Roman"/>
              <a:cs typeface="Times New Roman"/>
              <a:sym typeface="Times New Roman"/>
            </a:endParaRPr>
          </a:p>
        </p:txBody>
      </p:sp>
      <p:pic>
        <p:nvPicPr>
          <p:cNvPr id="298" name="Google Shape;298;p52" title="Screenshot 2025-07-19 alle 16.03.03.png"/>
          <p:cNvPicPr preferRelativeResize="0"/>
          <p:nvPr/>
        </p:nvPicPr>
        <p:blipFill rotWithShape="1">
          <a:blip r:embed="rId3">
            <a:alphaModFix/>
          </a:blip>
          <a:srcRect b="248" l="0" r="0" t="258"/>
          <a:stretch/>
        </p:blipFill>
        <p:spPr>
          <a:xfrm>
            <a:off x="4904232" y="1243584"/>
            <a:ext cx="3343791" cy="3326700"/>
          </a:xfrm>
          <a:prstGeom prst="rect">
            <a:avLst/>
          </a:prstGeom>
          <a:noFill/>
          <a:ln>
            <a:noFill/>
          </a:ln>
        </p:spPr>
      </p:pic>
      <p:sp>
        <p:nvSpPr>
          <p:cNvPr id="299" name="Google Shape;299;p52"/>
          <p:cNvSpPr txBox="1"/>
          <p:nvPr/>
        </p:nvSpPr>
        <p:spPr>
          <a:xfrm>
            <a:off x="851675" y="1699950"/>
            <a:ext cx="3786600" cy="20244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15000"/>
              </a:lnSpc>
              <a:spcBef>
                <a:spcPts val="850"/>
              </a:spcBef>
              <a:spcAft>
                <a:spcPts val="0"/>
              </a:spcAft>
              <a:buSzPts val="1100"/>
              <a:buFont typeface="Catamaran"/>
              <a:buChar char="●"/>
            </a:pPr>
            <a:r>
              <a:rPr lang="en-US" sz="1100">
                <a:latin typeface="Catamaran"/>
                <a:ea typeface="Catamaran"/>
                <a:cs typeface="Catamaran"/>
                <a:sym typeface="Catamaran"/>
              </a:rPr>
              <a:t>All features share the same fixed range [0,1], making </a:t>
            </a:r>
            <a:r>
              <a:rPr b="1" lang="en-US" sz="1100">
                <a:latin typeface="Catamaran"/>
                <a:ea typeface="Catamaran"/>
                <a:cs typeface="Catamaran"/>
                <a:sym typeface="Catamaran"/>
              </a:rPr>
              <a:t>normalization unnecessary</a:t>
            </a:r>
            <a:r>
              <a:rPr lang="en-US" sz="1100">
                <a:latin typeface="Catamaran"/>
                <a:ea typeface="Catamaran"/>
                <a:cs typeface="Catamaran"/>
                <a:sym typeface="Catamaran"/>
              </a:rPr>
              <a:t>, data is directly comparable</a:t>
            </a:r>
            <a:endParaRPr sz="1100">
              <a:latin typeface="Catamaran"/>
              <a:ea typeface="Catamaran"/>
              <a:cs typeface="Catamaran"/>
              <a:sym typeface="Catamaran"/>
            </a:endParaRPr>
          </a:p>
          <a:p>
            <a:pPr indent="-298450" lvl="0" marL="457200" marR="0" rtl="0" algn="l">
              <a:lnSpc>
                <a:spcPct val="115000"/>
              </a:lnSpc>
              <a:spcBef>
                <a:spcPts val="1000"/>
              </a:spcBef>
              <a:spcAft>
                <a:spcPts val="0"/>
              </a:spcAft>
              <a:buSzPts val="1100"/>
              <a:buFont typeface="Catamaran"/>
              <a:buChar char="●"/>
            </a:pPr>
            <a:r>
              <a:rPr lang="en-US" sz="1100">
                <a:solidFill>
                  <a:schemeClr val="dk1"/>
                </a:solidFill>
              </a:rPr>
              <a:t>Since values naturally represent proportions, distances and positions in the chart </a:t>
            </a:r>
            <a:r>
              <a:rPr lang="en-US" sz="1100">
                <a:solidFill>
                  <a:schemeClr val="dk1"/>
                </a:solidFill>
              </a:rPr>
              <a:t>reflect </a:t>
            </a:r>
            <a:r>
              <a:rPr b="1" lang="en-US" sz="1100">
                <a:solidFill>
                  <a:schemeClr val="dk1"/>
                </a:solidFill>
              </a:rPr>
              <a:t>real-world meanings</a:t>
            </a:r>
            <a:endParaRPr b="1" sz="1100">
              <a:solidFill>
                <a:schemeClr val="dk1"/>
              </a:solidFill>
            </a:endParaRPr>
          </a:p>
          <a:p>
            <a:pPr indent="-298450" lvl="0" marL="457200" marR="0" rtl="0" algn="l">
              <a:lnSpc>
                <a:spcPct val="115000"/>
              </a:lnSpc>
              <a:spcBef>
                <a:spcPts val="1000"/>
              </a:spcBef>
              <a:spcAft>
                <a:spcPts val="0"/>
              </a:spcAft>
              <a:buSzPts val="1100"/>
              <a:buFont typeface="Catamaran"/>
              <a:buChar char="●"/>
            </a:pPr>
            <a:r>
              <a:rPr lang="en-US" sz="1100">
                <a:latin typeface="Catamaran"/>
                <a:ea typeface="Catamaran"/>
                <a:cs typeface="Catamaran"/>
                <a:sym typeface="Catamaran"/>
              </a:rPr>
              <a:t>Looking at the </a:t>
            </a:r>
            <a:r>
              <a:rPr i="1" lang="en-US" sz="1100">
                <a:latin typeface="Catamaran"/>
                <a:ea typeface="Catamaran"/>
                <a:cs typeface="Catamaran"/>
                <a:sym typeface="Catamaran"/>
              </a:rPr>
              <a:t>“gbe” </a:t>
            </a:r>
            <a:r>
              <a:rPr lang="en-US" sz="1100">
                <a:latin typeface="Catamaran"/>
                <a:ea typeface="Catamaran"/>
                <a:cs typeface="Catamaran"/>
                <a:sym typeface="Catamaran"/>
              </a:rPr>
              <a:t>point between the </a:t>
            </a:r>
            <a:r>
              <a:rPr i="1" lang="en-US" sz="1100">
                <a:latin typeface="Catamaran"/>
                <a:ea typeface="Catamaran"/>
                <a:cs typeface="Catamaran"/>
                <a:sym typeface="Catamaran"/>
              </a:rPr>
              <a:t>“CopVeg” </a:t>
            </a:r>
            <a:r>
              <a:rPr lang="en-US" sz="1100">
                <a:latin typeface="Catamaran"/>
                <a:ea typeface="Catamaran"/>
                <a:cs typeface="Catamaran"/>
                <a:sym typeface="Catamaran"/>
              </a:rPr>
              <a:t>and </a:t>
            </a:r>
            <a:r>
              <a:rPr i="1" lang="en-US" sz="1100">
                <a:latin typeface="Catamaran"/>
                <a:ea typeface="Catamaran"/>
                <a:cs typeface="Catamaran"/>
                <a:sym typeface="Catamaran"/>
              </a:rPr>
              <a:t>“ProtAree” </a:t>
            </a:r>
            <a:r>
              <a:rPr lang="en-US" sz="1100">
                <a:latin typeface="Catamaran"/>
                <a:ea typeface="Catamaran"/>
                <a:cs typeface="Catamaran"/>
                <a:sym typeface="Catamaran"/>
              </a:rPr>
              <a:t>anchors, its analysis appears to be </a:t>
            </a:r>
            <a:r>
              <a:rPr b="1" lang="en-US" sz="1100">
                <a:latin typeface="Catamaran"/>
                <a:ea typeface="Catamaran"/>
                <a:cs typeface="Catamaran"/>
                <a:sym typeface="Catamaran"/>
              </a:rPr>
              <a:t>direct and clear</a:t>
            </a:r>
            <a:endParaRPr b="1" sz="1100">
              <a:latin typeface="Catamaran"/>
              <a:ea typeface="Catamaran"/>
              <a:cs typeface="Catamaran"/>
              <a:sym typeface="Catamaran"/>
            </a:endParaRPr>
          </a:p>
          <a:p>
            <a:pPr indent="-292567" lvl="0" marL="431999" marR="0" rtl="0" algn="l">
              <a:lnSpc>
                <a:spcPct val="115000"/>
              </a:lnSpc>
              <a:spcBef>
                <a:spcPts val="1000"/>
              </a:spcBef>
              <a:spcAft>
                <a:spcPts val="0"/>
              </a:spcAft>
              <a:buClr>
                <a:srgbClr val="000000"/>
              </a:buClr>
              <a:buSzPts val="495"/>
              <a:buFont typeface="Noto Sans Symbols"/>
              <a:buNone/>
            </a:pPr>
            <a:r>
              <a:t/>
            </a:r>
            <a:endParaRPr sz="1100">
              <a:latin typeface="Catamaran"/>
              <a:ea typeface="Catamaran"/>
              <a:cs typeface="Catamaran"/>
              <a:sym typeface="Catamaran"/>
            </a:endParaRPr>
          </a:p>
          <a:p>
            <a:pPr indent="-292567" lvl="0" marL="431999" marR="0" rtl="0" algn="l">
              <a:lnSpc>
                <a:spcPct val="115000"/>
              </a:lnSpc>
              <a:spcBef>
                <a:spcPts val="850"/>
              </a:spcBef>
              <a:spcAft>
                <a:spcPts val="0"/>
              </a:spcAft>
              <a:buClr>
                <a:srgbClr val="000000"/>
              </a:buClr>
              <a:buSzPts val="495"/>
              <a:buFont typeface="Noto Sans Symbols"/>
              <a:buNone/>
            </a:pPr>
            <a:r>
              <a:t/>
            </a:r>
            <a:endParaRPr sz="1100">
              <a:latin typeface="Catamaran"/>
              <a:ea typeface="Catamaran"/>
              <a:cs typeface="Catamaran"/>
              <a:sym typeface="Catamaran"/>
            </a:endParaRPr>
          </a:p>
          <a:p>
            <a:pPr indent="-292567" lvl="0" marL="431999" marR="0" rtl="0" algn="l">
              <a:lnSpc>
                <a:spcPct val="115000"/>
              </a:lnSpc>
              <a:spcBef>
                <a:spcPts val="850"/>
              </a:spcBef>
              <a:spcAft>
                <a:spcPts val="0"/>
              </a:spcAft>
              <a:buClr>
                <a:srgbClr val="000000"/>
              </a:buClr>
              <a:buSzPts val="495"/>
              <a:buFont typeface="Noto Sans Symbols"/>
              <a:buNone/>
            </a:pPr>
            <a:r>
              <a:t/>
            </a:r>
            <a:endParaRPr sz="1100">
              <a:latin typeface="Catamaran"/>
              <a:ea typeface="Catamaran"/>
              <a:cs typeface="Catamaran"/>
              <a:sym typeface="Catamaran"/>
            </a:endParaRPr>
          </a:p>
          <a:p>
            <a:pPr indent="-292567" lvl="0" marL="431999" marR="0" rtl="0" algn="l">
              <a:lnSpc>
                <a:spcPct val="115000"/>
              </a:lnSpc>
              <a:spcBef>
                <a:spcPts val="850"/>
              </a:spcBef>
              <a:spcAft>
                <a:spcPts val="0"/>
              </a:spcAft>
              <a:buClr>
                <a:srgbClr val="000000"/>
              </a:buClr>
              <a:buSzPts val="495"/>
              <a:buFont typeface="Noto Sans Symbols"/>
              <a:buNone/>
            </a:pPr>
            <a:r>
              <a:t/>
            </a:r>
            <a:endParaRPr sz="1100">
              <a:latin typeface="Catamaran"/>
              <a:ea typeface="Catamaran"/>
              <a:cs typeface="Catamaran"/>
              <a:sym typeface="Catamar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53"/>
          <p:cNvSpPr txBox="1"/>
          <p:nvPr/>
        </p:nvSpPr>
        <p:spPr>
          <a:xfrm>
            <a:off x="720000" y="720000"/>
            <a:ext cx="7688400" cy="534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US" sz="2200" strike="noStrike">
                <a:solidFill>
                  <a:srgbClr val="BA131A"/>
                </a:solidFill>
                <a:latin typeface="Catamaran"/>
                <a:ea typeface="Catamaran"/>
                <a:cs typeface="Catamaran"/>
                <a:sym typeface="Catamaran"/>
              </a:rPr>
              <a:t>Insights</a:t>
            </a:r>
            <a:endParaRPr b="0" sz="2200" strike="noStrike">
              <a:solidFill>
                <a:srgbClr val="000000"/>
              </a:solidFill>
              <a:latin typeface="Arial"/>
              <a:ea typeface="Arial"/>
              <a:cs typeface="Arial"/>
              <a:sym typeface="Arial"/>
            </a:endParaRPr>
          </a:p>
        </p:txBody>
      </p:sp>
      <p:sp>
        <p:nvSpPr>
          <p:cNvPr id="305" name="Google Shape;305;p53"/>
          <p:cNvSpPr txBox="1"/>
          <p:nvPr/>
        </p:nvSpPr>
        <p:spPr>
          <a:xfrm>
            <a:off x="735480" y="1051200"/>
            <a:ext cx="7688400" cy="460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i="1" lang="en-US">
                <a:solidFill>
                  <a:srgbClr val="595959"/>
                </a:solidFill>
                <a:latin typeface="Catamaran"/>
                <a:ea typeface="Catamaran"/>
                <a:cs typeface="Catamaran"/>
                <a:sym typeface="Catamaran"/>
              </a:rPr>
              <a:t>Data with all active domains fixed to [0,1]</a:t>
            </a:r>
            <a:endParaRPr b="0" sz="1400" strike="noStrike">
              <a:solidFill>
                <a:srgbClr val="000000"/>
              </a:solidFill>
              <a:latin typeface="Arial"/>
              <a:ea typeface="Arial"/>
              <a:cs typeface="Arial"/>
              <a:sym typeface="Arial"/>
            </a:endParaRPr>
          </a:p>
        </p:txBody>
      </p:sp>
      <p:sp>
        <p:nvSpPr>
          <p:cNvPr id="306" name="Google Shape;306;p53"/>
          <p:cNvSpPr txBox="1"/>
          <p:nvPr/>
        </p:nvSpPr>
        <p:spPr>
          <a:xfrm>
            <a:off x="8536320" y="4749840"/>
            <a:ext cx="548400" cy="3930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None/>
            </a:pPr>
            <a:fld id="{00000000-1234-1234-1234-123412341234}" type="slidenum">
              <a:rPr b="0" lang="en-US" sz="1000" strike="noStrike">
                <a:solidFill>
                  <a:srgbClr val="595959"/>
                </a:solidFill>
                <a:latin typeface="Catamaran"/>
                <a:ea typeface="Catamaran"/>
                <a:cs typeface="Catamaran"/>
                <a:sym typeface="Catamaran"/>
              </a:rPr>
              <a:t>‹#›</a:t>
            </a:fld>
            <a:endParaRPr b="0" sz="1000" strike="noStrike">
              <a:latin typeface="Times New Roman"/>
              <a:ea typeface="Times New Roman"/>
              <a:cs typeface="Times New Roman"/>
              <a:sym typeface="Times New Roman"/>
            </a:endParaRPr>
          </a:p>
        </p:txBody>
      </p:sp>
      <p:pic>
        <p:nvPicPr>
          <p:cNvPr id="307" name="Google Shape;307;p53" title="Screenshot 2025-07-19 alle 16.12.18.png"/>
          <p:cNvPicPr preferRelativeResize="0"/>
          <p:nvPr/>
        </p:nvPicPr>
        <p:blipFill rotWithShape="1">
          <a:blip r:embed="rId3">
            <a:alphaModFix/>
          </a:blip>
          <a:srcRect b="1606" l="0" r="0" t="1616"/>
          <a:stretch/>
        </p:blipFill>
        <p:spPr>
          <a:xfrm>
            <a:off x="805475" y="1512000"/>
            <a:ext cx="3164074" cy="3147925"/>
          </a:xfrm>
          <a:prstGeom prst="rect">
            <a:avLst/>
          </a:prstGeom>
          <a:noFill/>
          <a:ln>
            <a:noFill/>
          </a:ln>
        </p:spPr>
      </p:pic>
      <p:pic>
        <p:nvPicPr>
          <p:cNvPr id="308" name="Google Shape;308;p53" title="Screenshot 2025-07-19 alle 16.12.33.png"/>
          <p:cNvPicPr preferRelativeResize="0"/>
          <p:nvPr/>
        </p:nvPicPr>
        <p:blipFill>
          <a:blip r:embed="rId4">
            <a:alphaModFix/>
          </a:blip>
          <a:stretch>
            <a:fillRect/>
          </a:stretch>
        </p:blipFill>
        <p:spPr>
          <a:xfrm>
            <a:off x="4717625" y="1051200"/>
            <a:ext cx="3775726" cy="1726800"/>
          </a:xfrm>
          <a:prstGeom prst="rect">
            <a:avLst/>
          </a:prstGeom>
          <a:noFill/>
          <a:ln>
            <a:noFill/>
          </a:ln>
        </p:spPr>
      </p:pic>
      <p:pic>
        <p:nvPicPr>
          <p:cNvPr id="309" name="Google Shape;309;p53" title="Screenshot 2025-07-19 alle 16.13.21.png"/>
          <p:cNvPicPr preferRelativeResize="0"/>
          <p:nvPr/>
        </p:nvPicPr>
        <p:blipFill>
          <a:blip r:embed="rId5">
            <a:alphaModFix/>
          </a:blip>
          <a:stretch>
            <a:fillRect/>
          </a:stretch>
        </p:blipFill>
        <p:spPr>
          <a:xfrm>
            <a:off x="4717625" y="2818975"/>
            <a:ext cx="3397075" cy="19743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54"/>
          <p:cNvSpPr txBox="1"/>
          <p:nvPr/>
        </p:nvSpPr>
        <p:spPr>
          <a:xfrm>
            <a:off x="720000" y="720000"/>
            <a:ext cx="7688400" cy="534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US" sz="2200" strike="noStrike">
                <a:solidFill>
                  <a:srgbClr val="BA131A"/>
                </a:solidFill>
                <a:latin typeface="Catamaran"/>
                <a:ea typeface="Catamaran"/>
                <a:cs typeface="Catamaran"/>
                <a:sym typeface="Catamaran"/>
              </a:rPr>
              <a:t>Insights</a:t>
            </a:r>
            <a:endParaRPr b="0" sz="2200" strike="noStrike">
              <a:solidFill>
                <a:srgbClr val="000000"/>
              </a:solidFill>
              <a:latin typeface="Arial"/>
              <a:ea typeface="Arial"/>
              <a:cs typeface="Arial"/>
              <a:sym typeface="Arial"/>
            </a:endParaRPr>
          </a:p>
        </p:txBody>
      </p:sp>
      <p:sp>
        <p:nvSpPr>
          <p:cNvPr id="315" name="Google Shape;315;p54"/>
          <p:cNvSpPr txBox="1"/>
          <p:nvPr/>
        </p:nvSpPr>
        <p:spPr>
          <a:xfrm>
            <a:off x="735480" y="1051200"/>
            <a:ext cx="7688400" cy="460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i="1" lang="en-US">
                <a:solidFill>
                  <a:srgbClr val="595959"/>
                </a:solidFill>
                <a:latin typeface="Catamaran"/>
                <a:ea typeface="Catamaran"/>
                <a:cs typeface="Catamaran"/>
                <a:sym typeface="Catamaran"/>
              </a:rPr>
              <a:t>Data that presents partitions </a:t>
            </a:r>
            <a:endParaRPr b="0" sz="1400" strike="noStrike">
              <a:solidFill>
                <a:srgbClr val="000000"/>
              </a:solidFill>
              <a:latin typeface="Arial"/>
              <a:ea typeface="Arial"/>
              <a:cs typeface="Arial"/>
              <a:sym typeface="Arial"/>
            </a:endParaRPr>
          </a:p>
        </p:txBody>
      </p:sp>
      <p:sp>
        <p:nvSpPr>
          <p:cNvPr id="316" name="Google Shape;316;p54"/>
          <p:cNvSpPr txBox="1"/>
          <p:nvPr/>
        </p:nvSpPr>
        <p:spPr>
          <a:xfrm>
            <a:off x="8536320" y="4749840"/>
            <a:ext cx="548400" cy="3930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None/>
            </a:pPr>
            <a:fld id="{00000000-1234-1234-1234-123412341234}" type="slidenum">
              <a:rPr b="0" lang="en-US" sz="1000" strike="noStrike">
                <a:solidFill>
                  <a:srgbClr val="595959"/>
                </a:solidFill>
                <a:latin typeface="Catamaran"/>
                <a:ea typeface="Catamaran"/>
                <a:cs typeface="Catamaran"/>
                <a:sym typeface="Catamaran"/>
              </a:rPr>
              <a:t>‹#›</a:t>
            </a:fld>
            <a:endParaRPr b="0" sz="1000" strike="noStrike">
              <a:latin typeface="Times New Roman"/>
              <a:ea typeface="Times New Roman"/>
              <a:cs typeface="Times New Roman"/>
              <a:sym typeface="Times New Roman"/>
            </a:endParaRPr>
          </a:p>
        </p:txBody>
      </p:sp>
      <p:pic>
        <p:nvPicPr>
          <p:cNvPr id="317" name="Google Shape;317;p54" title="Screenshot 2025-07-19 alle 16.27.57.png"/>
          <p:cNvPicPr preferRelativeResize="0"/>
          <p:nvPr/>
        </p:nvPicPr>
        <p:blipFill rotWithShape="1">
          <a:blip r:embed="rId3">
            <a:alphaModFix/>
          </a:blip>
          <a:srcRect b="248" l="0" r="0" t="258"/>
          <a:stretch/>
        </p:blipFill>
        <p:spPr>
          <a:xfrm>
            <a:off x="4904232" y="1243584"/>
            <a:ext cx="3343791" cy="3326699"/>
          </a:xfrm>
          <a:prstGeom prst="rect">
            <a:avLst/>
          </a:prstGeom>
          <a:noFill/>
          <a:ln>
            <a:noFill/>
          </a:ln>
        </p:spPr>
      </p:pic>
      <p:sp>
        <p:nvSpPr>
          <p:cNvPr id="318" name="Google Shape;318;p54"/>
          <p:cNvSpPr txBox="1"/>
          <p:nvPr/>
        </p:nvSpPr>
        <p:spPr>
          <a:xfrm>
            <a:off x="851675" y="1699950"/>
            <a:ext cx="3786600" cy="20244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15000"/>
              </a:lnSpc>
              <a:spcBef>
                <a:spcPts val="850"/>
              </a:spcBef>
              <a:spcAft>
                <a:spcPts val="0"/>
              </a:spcAft>
              <a:buSzPts val="1100"/>
              <a:buFont typeface="Catamaran"/>
              <a:buChar char="●"/>
            </a:pPr>
            <a:r>
              <a:rPr lang="en-US" sz="1100">
                <a:latin typeface="Catamaran"/>
                <a:ea typeface="Catamaran"/>
                <a:cs typeface="Catamaran"/>
                <a:sym typeface="Catamaran"/>
              </a:rPr>
              <a:t>Each feature shows a part of the whole and </a:t>
            </a:r>
            <a:r>
              <a:rPr b="1" lang="en-US" sz="1100">
                <a:solidFill>
                  <a:schemeClr val="dk1"/>
                </a:solidFill>
                <a:latin typeface="Catamaran"/>
                <a:ea typeface="Catamaran"/>
                <a:cs typeface="Catamaran"/>
                <a:sym typeface="Catamaran"/>
              </a:rPr>
              <a:t>v</a:t>
            </a:r>
            <a:r>
              <a:rPr b="1" lang="en-US" sz="1100">
                <a:solidFill>
                  <a:schemeClr val="dk1"/>
                </a:solidFill>
                <a:latin typeface="Catamaran"/>
                <a:ea typeface="Catamaran"/>
                <a:cs typeface="Catamaran"/>
                <a:sym typeface="Catamaran"/>
              </a:rPr>
              <a:t>alues represent true proportions</a:t>
            </a:r>
            <a:r>
              <a:rPr lang="en-US" sz="1100">
                <a:solidFill>
                  <a:schemeClr val="dk1"/>
                </a:solidFill>
                <a:latin typeface="Catamaran"/>
                <a:ea typeface="Catamaran"/>
                <a:cs typeface="Catamaran"/>
                <a:sym typeface="Catamaran"/>
              </a:rPr>
              <a:t>. </a:t>
            </a:r>
            <a:r>
              <a:rPr lang="en-US" sz="1100">
                <a:latin typeface="Catamaran"/>
                <a:ea typeface="Catamaran"/>
                <a:cs typeface="Catamaran"/>
                <a:sym typeface="Catamaran"/>
              </a:rPr>
              <a:t>P</a:t>
            </a:r>
            <a:r>
              <a:rPr lang="en-US" sz="1100">
                <a:latin typeface="Catamaran"/>
                <a:ea typeface="Catamaran"/>
                <a:cs typeface="Catamaran"/>
                <a:sym typeface="Catamaran"/>
              </a:rPr>
              <a:t>ositions in Radviz directly reflect meaningful shares</a:t>
            </a:r>
            <a:endParaRPr sz="1100">
              <a:latin typeface="Catamaran"/>
              <a:ea typeface="Catamaran"/>
              <a:cs typeface="Catamaran"/>
              <a:sym typeface="Catamaran"/>
            </a:endParaRPr>
          </a:p>
          <a:p>
            <a:pPr indent="-298450" lvl="0" marL="457200" marR="0" rtl="0" algn="l">
              <a:lnSpc>
                <a:spcPct val="115000"/>
              </a:lnSpc>
              <a:spcBef>
                <a:spcPts val="1000"/>
              </a:spcBef>
              <a:spcAft>
                <a:spcPts val="0"/>
              </a:spcAft>
              <a:buSzPts val="1100"/>
              <a:buFont typeface="Catamaran"/>
              <a:buChar char="●"/>
            </a:pPr>
            <a:r>
              <a:rPr lang="en-US" sz="1100">
                <a:solidFill>
                  <a:schemeClr val="dk1"/>
                </a:solidFill>
              </a:rPr>
              <a:t>Error coloring helps a lot. Points colored from green to red make it easy to identify which samples are well predicted</a:t>
            </a:r>
            <a:endParaRPr b="1" sz="1100">
              <a:solidFill>
                <a:schemeClr val="dk1"/>
              </a:solidFill>
            </a:endParaRPr>
          </a:p>
          <a:p>
            <a:pPr indent="-298450" lvl="0" marL="457200" marR="0" rtl="0" algn="l">
              <a:lnSpc>
                <a:spcPct val="115000"/>
              </a:lnSpc>
              <a:spcBef>
                <a:spcPts val="1000"/>
              </a:spcBef>
              <a:spcAft>
                <a:spcPts val="0"/>
              </a:spcAft>
              <a:buSzPts val="1100"/>
              <a:buFont typeface="Catamaran"/>
              <a:buChar char="●"/>
            </a:pPr>
            <a:r>
              <a:rPr lang="en-US" sz="1100">
                <a:latin typeface="Catamaran"/>
                <a:ea typeface="Catamaran"/>
                <a:cs typeface="Catamaran"/>
                <a:sym typeface="Catamaran"/>
              </a:rPr>
              <a:t>Yet, the number of anchors strongly affects the result; </a:t>
            </a:r>
            <a:r>
              <a:rPr b="1" lang="en-US" sz="1100">
                <a:latin typeface="Catamaran"/>
                <a:ea typeface="Catamaran"/>
                <a:cs typeface="Catamaran"/>
                <a:sym typeface="Catamaran"/>
              </a:rPr>
              <a:t>too many anchors</a:t>
            </a:r>
            <a:r>
              <a:rPr lang="en-US" sz="1100">
                <a:latin typeface="Catamaran"/>
                <a:ea typeface="Catamaran"/>
                <a:cs typeface="Catamaran"/>
                <a:sym typeface="Catamaran"/>
              </a:rPr>
              <a:t>, despite the positioning algorithm, </a:t>
            </a:r>
            <a:r>
              <a:rPr b="1" lang="en-US" sz="1100">
                <a:latin typeface="Catamaran"/>
                <a:ea typeface="Catamaran"/>
                <a:cs typeface="Catamaran"/>
                <a:sym typeface="Catamaran"/>
              </a:rPr>
              <a:t>make it difficult</a:t>
            </a:r>
            <a:r>
              <a:rPr lang="en-US" sz="1100">
                <a:latin typeface="Catamaran"/>
                <a:ea typeface="Catamaran"/>
                <a:cs typeface="Catamaran"/>
                <a:sym typeface="Catamaran"/>
              </a:rPr>
              <a:t> to obtain a clear and stable chart</a:t>
            </a:r>
            <a:endParaRPr b="1" sz="1100">
              <a:latin typeface="Catamaran"/>
              <a:ea typeface="Catamaran"/>
              <a:cs typeface="Catamaran"/>
              <a:sym typeface="Catamaran"/>
            </a:endParaRPr>
          </a:p>
          <a:p>
            <a:pPr indent="-292567" lvl="0" marL="431999" marR="0" rtl="0" algn="l">
              <a:lnSpc>
                <a:spcPct val="115000"/>
              </a:lnSpc>
              <a:spcBef>
                <a:spcPts val="1000"/>
              </a:spcBef>
              <a:spcAft>
                <a:spcPts val="0"/>
              </a:spcAft>
              <a:buClr>
                <a:srgbClr val="000000"/>
              </a:buClr>
              <a:buSzPts val="495"/>
              <a:buFont typeface="Noto Sans Symbols"/>
              <a:buNone/>
            </a:pPr>
            <a:r>
              <a:t/>
            </a:r>
            <a:endParaRPr sz="1100">
              <a:latin typeface="Catamaran"/>
              <a:ea typeface="Catamaran"/>
              <a:cs typeface="Catamaran"/>
              <a:sym typeface="Catamaran"/>
            </a:endParaRPr>
          </a:p>
          <a:p>
            <a:pPr indent="-292567" lvl="0" marL="431999" marR="0" rtl="0" algn="l">
              <a:lnSpc>
                <a:spcPct val="115000"/>
              </a:lnSpc>
              <a:spcBef>
                <a:spcPts val="850"/>
              </a:spcBef>
              <a:spcAft>
                <a:spcPts val="0"/>
              </a:spcAft>
              <a:buClr>
                <a:srgbClr val="000000"/>
              </a:buClr>
              <a:buSzPts val="495"/>
              <a:buFont typeface="Noto Sans Symbols"/>
              <a:buNone/>
            </a:pPr>
            <a:r>
              <a:t/>
            </a:r>
            <a:endParaRPr sz="1100">
              <a:latin typeface="Catamaran"/>
              <a:ea typeface="Catamaran"/>
              <a:cs typeface="Catamaran"/>
              <a:sym typeface="Catamaran"/>
            </a:endParaRPr>
          </a:p>
          <a:p>
            <a:pPr indent="-292567" lvl="0" marL="431999" marR="0" rtl="0" algn="l">
              <a:lnSpc>
                <a:spcPct val="115000"/>
              </a:lnSpc>
              <a:spcBef>
                <a:spcPts val="850"/>
              </a:spcBef>
              <a:spcAft>
                <a:spcPts val="0"/>
              </a:spcAft>
              <a:buClr>
                <a:srgbClr val="000000"/>
              </a:buClr>
              <a:buSzPts val="495"/>
              <a:buFont typeface="Noto Sans Symbols"/>
              <a:buNone/>
            </a:pPr>
            <a:r>
              <a:t/>
            </a:r>
            <a:endParaRPr sz="1100">
              <a:latin typeface="Catamaran"/>
              <a:ea typeface="Catamaran"/>
              <a:cs typeface="Catamaran"/>
              <a:sym typeface="Catamaran"/>
            </a:endParaRPr>
          </a:p>
          <a:p>
            <a:pPr indent="-292567" lvl="0" marL="431999" marR="0" rtl="0" algn="l">
              <a:lnSpc>
                <a:spcPct val="115000"/>
              </a:lnSpc>
              <a:spcBef>
                <a:spcPts val="850"/>
              </a:spcBef>
              <a:spcAft>
                <a:spcPts val="0"/>
              </a:spcAft>
              <a:buClr>
                <a:srgbClr val="000000"/>
              </a:buClr>
              <a:buSzPts val="495"/>
              <a:buFont typeface="Noto Sans Symbols"/>
              <a:buNone/>
            </a:pPr>
            <a:r>
              <a:t/>
            </a:r>
            <a:endParaRPr sz="1100">
              <a:latin typeface="Catamaran"/>
              <a:ea typeface="Catamaran"/>
              <a:cs typeface="Catamaran"/>
              <a:sym typeface="Catamar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55"/>
          <p:cNvSpPr txBox="1"/>
          <p:nvPr/>
        </p:nvSpPr>
        <p:spPr>
          <a:xfrm>
            <a:off x="720000" y="720000"/>
            <a:ext cx="7688400" cy="534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US" sz="2200" strike="noStrike">
                <a:solidFill>
                  <a:srgbClr val="BA131A"/>
                </a:solidFill>
                <a:latin typeface="Catamaran"/>
                <a:ea typeface="Catamaran"/>
                <a:cs typeface="Catamaran"/>
                <a:sym typeface="Catamaran"/>
              </a:rPr>
              <a:t>Insights</a:t>
            </a:r>
            <a:endParaRPr b="0" sz="2200" strike="noStrike">
              <a:solidFill>
                <a:srgbClr val="000000"/>
              </a:solidFill>
              <a:latin typeface="Arial"/>
              <a:ea typeface="Arial"/>
              <a:cs typeface="Arial"/>
              <a:sym typeface="Arial"/>
            </a:endParaRPr>
          </a:p>
        </p:txBody>
      </p:sp>
      <p:sp>
        <p:nvSpPr>
          <p:cNvPr id="324" name="Google Shape;324;p55"/>
          <p:cNvSpPr txBox="1"/>
          <p:nvPr/>
        </p:nvSpPr>
        <p:spPr>
          <a:xfrm>
            <a:off x="735480" y="1051200"/>
            <a:ext cx="7688400" cy="460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i="1" lang="en-US">
                <a:solidFill>
                  <a:srgbClr val="595959"/>
                </a:solidFill>
                <a:latin typeface="Catamaran"/>
                <a:ea typeface="Catamaran"/>
                <a:cs typeface="Catamaran"/>
                <a:sym typeface="Catamaran"/>
              </a:rPr>
              <a:t>Data that presents partitions (large dataset)</a:t>
            </a:r>
            <a:endParaRPr b="0" sz="1400" strike="noStrike">
              <a:solidFill>
                <a:srgbClr val="000000"/>
              </a:solidFill>
              <a:latin typeface="Arial"/>
              <a:ea typeface="Arial"/>
              <a:cs typeface="Arial"/>
              <a:sym typeface="Arial"/>
            </a:endParaRPr>
          </a:p>
        </p:txBody>
      </p:sp>
      <p:sp>
        <p:nvSpPr>
          <p:cNvPr id="325" name="Google Shape;325;p55"/>
          <p:cNvSpPr txBox="1"/>
          <p:nvPr/>
        </p:nvSpPr>
        <p:spPr>
          <a:xfrm>
            <a:off x="8536320" y="4749840"/>
            <a:ext cx="548400" cy="3930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None/>
            </a:pPr>
            <a:fld id="{00000000-1234-1234-1234-123412341234}" type="slidenum">
              <a:rPr b="0" lang="en-US" sz="1000" strike="noStrike">
                <a:solidFill>
                  <a:srgbClr val="595959"/>
                </a:solidFill>
                <a:latin typeface="Catamaran"/>
                <a:ea typeface="Catamaran"/>
                <a:cs typeface="Catamaran"/>
                <a:sym typeface="Catamaran"/>
              </a:rPr>
              <a:t>‹#›</a:t>
            </a:fld>
            <a:endParaRPr b="0" sz="1000" strike="noStrike">
              <a:latin typeface="Times New Roman"/>
              <a:ea typeface="Times New Roman"/>
              <a:cs typeface="Times New Roman"/>
              <a:sym typeface="Times New Roman"/>
            </a:endParaRPr>
          </a:p>
        </p:txBody>
      </p:sp>
      <p:pic>
        <p:nvPicPr>
          <p:cNvPr id="326" name="Google Shape;326;p55" title="Screenshot 2025-07-19 alle 16.36.44.png"/>
          <p:cNvPicPr preferRelativeResize="0"/>
          <p:nvPr/>
        </p:nvPicPr>
        <p:blipFill rotWithShape="1">
          <a:blip r:embed="rId3">
            <a:alphaModFix/>
          </a:blip>
          <a:srcRect b="248" l="0" r="0" t="258"/>
          <a:stretch/>
        </p:blipFill>
        <p:spPr>
          <a:xfrm>
            <a:off x="4904232" y="1243584"/>
            <a:ext cx="3343792" cy="3326700"/>
          </a:xfrm>
          <a:prstGeom prst="rect">
            <a:avLst/>
          </a:prstGeom>
          <a:noFill/>
          <a:ln>
            <a:noFill/>
          </a:ln>
        </p:spPr>
      </p:pic>
      <p:sp>
        <p:nvSpPr>
          <p:cNvPr id="327" name="Google Shape;327;p55"/>
          <p:cNvSpPr txBox="1"/>
          <p:nvPr/>
        </p:nvSpPr>
        <p:spPr>
          <a:xfrm>
            <a:off x="851675" y="1699950"/>
            <a:ext cx="3786600" cy="20244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15000"/>
              </a:lnSpc>
              <a:spcBef>
                <a:spcPts val="850"/>
              </a:spcBef>
              <a:spcAft>
                <a:spcPts val="0"/>
              </a:spcAft>
              <a:buSzPts val="1100"/>
              <a:buFont typeface="Catamaran"/>
              <a:buChar char="●"/>
            </a:pPr>
            <a:r>
              <a:rPr lang="en-US" sz="1100">
                <a:latin typeface="Catamaran"/>
                <a:ea typeface="Catamaran"/>
                <a:cs typeface="Catamaran"/>
                <a:sym typeface="Catamaran"/>
              </a:rPr>
              <a:t>Using a large dataset with many anchors results in a </a:t>
            </a:r>
            <a:r>
              <a:rPr b="1" lang="en-US" sz="1100">
                <a:latin typeface="Catamaran"/>
                <a:ea typeface="Catamaran"/>
                <a:cs typeface="Catamaran"/>
                <a:sym typeface="Catamaran"/>
              </a:rPr>
              <a:t>overcrowded inner circle and a high rate of errors</a:t>
            </a:r>
            <a:r>
              <a:rPr lang="en-US" sz="1100">
                <a:latin typeface="Catamaran"/>
                <a:ea typeface="Catamaran"/>
                <a:cs typeface="Catamaran"/>
                <a:sym typeface="Catamaran"/>
              </a:rPr>
              <a:t> </a:t>
            </a:r>
            <a:endParaRPr sz="1100">
              <a:latin typeface="Catamaran"/>
              <a:ea typeface="Catamaran"/>
              <a:cs typeface="Catamaran"/>
              <a:sym typeface="Catamaran"/>
            </a:endParaRPr>
          </a:p>
          <a:p>
            <a:pPr indent="-298450" lvl="0" marL="457200" marR="0" rtl="0" algn="l">
              <a:lnSpc>
                <a:spcPct val="115000"/>
              </a:lnSpc>
              <a:spcBef>
                <a:spcPts val="1000"/>
              </a:spcBef>
              <a:spcAft>
                <a:spcPts val="0"/>
              </a:spcAft>
              <a:buSzPts val="1100"/>
              <a:buFont typeface="Catamaran"/>
              <a:buChar char="●"/>
            </a:pPr>
            <a:r>
              <a:rPr lang="en-US" sz="1100">
                <a:solidFill>
                  <a:schemeClr val="dk1"/>
                </a:solidFill>
              </a:rPr>
              <a:t>Every point is pulled to different directions, thus </a:t>
            </a:r>
            <a:r>
              <a:rPr b="1" lang="en-US" sz="1100">
                <a:solidFill>
                  <a:schemeClr val="dk1"/>
                </a:solidFill>
              </a:rPr>
              <a:t>losing important information</a:t>
            </a:r>
            <a:r>
              <a:rPr lang="en-US" sz="1100">
                <a:solidFill>
                  <a:schemeClr val="dk1"/>
                </a:solidFill>
              </a:rPr>
              <a:t> </a:t>
            </a:r>
            <a:endParaRPr b="1" sz="1100">
              <a:solidFill>
                <a:schemeClr val="dk1"/>
              </a:solidFill>
            </a:endParaRPr>
          </a:p>
          <a:p>
            <a:pPr indent="-298450" lvl="0" marL="457200" marR="0" rtl="0" algn="l">
              <a:lnSpc>
                <a:spcPct val="115000"/>
              </a:lnSpc>
              <a:spcBef>
                <a:spcPts val="1000"/>
              </a:spcBef>
              <a:spcAft>
                <a:spcPts val="0"/>
              </a:spcAft>
              <a:buSzPts val="1100"/>
              <a:buFont typeface="Catamaran"/>
              <a:buChar char="●"/>
            </a:pPr>
            <a:r>
              <a:rPr lang="en-US" sz="1100">
                <a:latin typeface="Catamaran"/>
                <a:ea typeface="Catamaran"/>
                <a:cs typeface="Catamaran"/>
                <a:sym typeface="Catamaran"/>
              </a:rPr>
              <a:t>However, RadViz manages to display large data better than other common charts, </a:t>
            </a:r>
            <a:r>
              <a:rPr b="1" lang="en-US" sz="1100">
                <a:latin typeface="Catamaran"/>
                <a:ea typeface="Catamaran"/>
                <a:cs typeface="Catamaran"/>
                <a:sym typeface="Catamaran"/>
              </a:rPr>
              <a:t>making it easier to spot outliers</a:t>
            </a:r>
            <a:r>
              <a:rPr lang="en-US" sz="1100">
                <a:latin typeface="Catamaran"/>
                <a:ea typeface="Catamaran"/>
                <a:cs typeface="Catamaran"/>
                <a:sym typeface="Catamaran"/>
              </a:rPr>
              <a:t> or eventual trends</a:t>
            </a:r>
            <a:endParaRPr b="1" sz="1100">
              <a:latin typeface="Catamaran"/>
              <a:ea typeface="Catamaran"/>
              <a:cs typeface="Catamaran"/>
              <a:sym typeface="Catamaran"/>
            </a:endParaRPr>
          </a:p>
          <a:p>
            <a:pPr indent="-292567" lvl="0" marL="431999" marR="0" rtl="0" algn="l">
              <a:lnSpc>
                <a:spcPct val="115000"/>
              </a:lnSpc>
              <a:spcBef>
                <a:spcPts val="1000"/>
              </a:spcBef>
              <a:spcAft>
                <a:spcPts val="0"/>
              </a:spcAft>
              <a:buClr>
                <a:srgbClr val="000000"/>
              </a:buClr>
              <a:buSzPts val="495"/>
              <a:buFont typeface="Noto Sans Symbols"/>
              <a:buNone/>
            </a:pPr>
            <a:r>
              <a:t/>
            </a:r>
            <a:endParaRPr sz="1100">
              <a:latin typeface="Catamaran"/>
              <a:ea typeface="Catamaran"/>
              <a:cs typeface="Catamaran"/>
              <a:sym typeface="Catamaran"/>
            </a:endParaRPr>
          </a:p>
          <a:p>
            <a:pPr indent="-292567" lvl="0" marL="431999" marR="0" rtl="0" algn="l">
              <a:lnSpc>
                <a:spcPct val="115000"/>
              </a:lnSpc>
              <a:spcBef>
                <a:spcPts val="850"/>
              </a:spcBef>
              <a:spcAft>
                <a:spcPts val="0"/>
              </a:spcAft>
              <a:buClr>
                <a:srgbClr val="000000"/>
              </a:buClr>
              <a:buSzPts val="495"/>
              <a:buFont typeface="Noto Sans Symbols"/>
              <a:buNone/>
            </a:pPr>
            <a:r>
              <a:t/>
            </a:r>
            <a:endParaRPr sz="1100">
              <a:latin typeface="Catamaran"/>
              <a:ea typeface="Catamaran"/>
              <a:cs typeface="Catamaran"/>
              <a:sym typeface="Catamaran"/>
            </a:endParaRPr>
          </a:p>
          <a:p>
            <a:pPr indent="-292567" lvl="0" marL="431999" marR="0" rtl="0" algn="l">
              <a:lnSpc>
                <a:spcPct val="115000"/>
              </a:lnSpc>
              <a:spcBef>
                <a:spcPts val="850"/>
              </a:spcBef>
              <a:spcAft>
                <a:spcPts val="0"/>
              </a:spcAft>
              <a:buClr>
                <a:srgbClr val="000000"/>
              </a:buClr>
              <a:buSzPts val="495"/>
              <a:buFont typeface="Noto Sans Symbols"/>
              <a:buNone/>
            </a:pPr>
            <a:r>
              <a:t/>
            </a:r>
            <a:endParaRPr sz="1100">
              <a:latin typeface="Catamaran"/>
              <a:ea typeface="Catamaran"/>
              <a:cs typeface="Catamaran"/>
              <a:sym typeface="Catamaran"/>
            </a:endParaRPr>
          </a:p>
          <a:p>
            <a:pPr indent="-292567" lvl="0" marL="431999" marR="0" rtl="0" algn="l">
              <a:lnSpc>
                <a:spcPct val="115000"/>
              </a:lnSpc>
              <a:spcBef>
                <a:spcPts val="850"/>
              </a:spcBef>
              <a:spcAft>
                <a:spcPts val="0"/>
              </a:spcAft>
              <a:buClr>
                <a:srgbClr val="000000"/>
              </a:buClr>
              <a:buSzPts val="495"/>
              <a:buFont typeface="Noto Sans Symbols"/>
              <a:buNone/>
            </a:pPr>
            <a:r>
              <a:t/>
            </a:r>
            <a:endParaRPr sz="1100">
              <a:latin typeface="Catamaran"/>
              <a:ea typeface="Catamaran"/>
              <a:cs typeface="Catamaran"/>
              <a:sym typeface="Catamar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56"/>
          <p:cNvSpPr txBox="1"/>
          <p:nvPr/>
        </p:nvSpPr>
        <p:spPr>
          <a:xfrm>
            <a:off x="659360" y="1273805"/>
            <a:ext cx="7687800" cy="1664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US" sz="4000" strike="noStrike">
                <a:solidFill>
                  <a:srgbClr val="CE181E"/>
                </a:solidFill>
                <a:latin typeface="Catamaran"/>
                <a:ea typeface="Catamaran"/>
                <a:cs typeface="Catamaran"/>
                <a:sym typeface="Catamaran"/>
              </a:rPr>
              <a:t>Live Demo</a:t>
            </a:r>
            <a:endParaRPr b="0" sz="3900" strike="noStrike">
              <a:solidFill>
                <a:srgbClr val="000000"/>
              </a:solidFill>
              <a:latin typeface="Arial"/>
              <a:ea typeface="Arial"/>
              <a:cs typeface="Arial"/>
              <a:sym typeface="Arial"/>
            </a:endParaRPr>
          </a:p>
        </p:txBody>
      </p:sp>
      <p:sp>
        <p:nvSpPr>
          <p:cNvPr id="333" name="Google Shape;333;p56"/>
          <p:cNvSpPr txBox="1"/>
          <p:nvPr/>
        </p:nvSpPr>
        <p:spPr>
          <a:xfrm>
            <a:off x="659350" y="2471450"/>
            <a:ext cx="6279900" cy="200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t>A live demo is available at the following site:</a:t>
            </a:r>
            <a:endParaRPr sz="1800"/>
          </a:p>
          <a:p>
            <a:pPr indent="0" lvl="0" marL="0" rtl="0" algn="l">
              <a:spcBef>
                <a:spcPts val="0"/>
              </a:spcBef>
              <a:spcAft>
                <a:spcPts val="0"/>
              </a:spcAft>
              <a:buNone/>
            </a:pPr>
            <a:r>
              <a:t/>
            </a:r>
            <a:endParaRPr sz="1800"/>
          </a:p>
          <a:p>
            <a:pPr indent="0" lvl="0" marL="0" rtl="0" algn="ctr">
              <a:spcBef>
                <a:spcPts val="0"/>
              </a:spcBef>
              <a:spcAft>
                <a:spcPts val="0"/>
              </a:spcAft>
              <a:buNone/>
            </a:pPr>
            <a:r>
              <a:rPr lang="en-US" sz="1800" u="sng">
                <a:solidFill>
                  <a:schemeClr val="hlink"/>
                </a:solidFill>
                <a:hlinkClick r:id="rId3"/>
              </a:rPr>
              <a:t>Dashboard with RadViz</a:t>
            </a:r>
            <a:endParaRPr sz="18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57"/>
          <p:cNvSpPr txBox="1"/>
          <p:nvPr/>
        </p:nvSpPr>
        <p:spPr>
          <a:xfrm>
            <a:off x="729360" y="1322280"/>
            <a:ext cx="7687800" cy="76752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US" sz="4200" strike="noStrike">
                <a:solidFill>
                  <a:srgbClr val="CE181E"/>
                </a:solidFill>
                <a:latin typeface="Catamaran"/>
                <a:ea typeface="Catamaran"/>
                <a:cs typeface="Catamaran"/>
                <a:sym typeface="Catamaran"/>
              </a:rPr>
              <a:t>Thank you for the attention!</a:t>
            </a:r>
            <a:endParaRPr b="0" sz="4200"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